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8"/>
    <p:sldId id="273" r:id="rId7"/>
    <p:sldId id="274" r:id="rId6"/>
    <p:sldId id="275" r:id="rId5"/>
    <p:sldId id="276" r:id="rId4"/>
    <p:sldId id="277" r:id="rId3"/>
    <p:sldId id="278" r:id="rId2"/>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C4D0B4-6BCC-654F-BE87-0D1AEFCFBC02}" v="5" dt="2026-04-22T02:14:50.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6327"/>
  </p:normalViewPr>
  <p:slideViewPr>
    <p:cSldViewPr snapToGrid="0">
      <p:cViewPr varScale="1">
        <p:scale>
          <a:sx n="128" d="100"/>
          <a:sy n="128" d="100"/>
        </p:scale>
        <p:origin x="200" y="176"/>
      </p:cViewPr>
      <p:guideLst>
        <p:guide orient="horz" pos="2160"/>
        <p:guide pos="3817"/>
      </p:guideLst>
    </p:cSldViewPr>
  </p:slideViewPr>
  <p:notesTextViewPr>
    <p:cViewPr>
      <p:scale>
        <a:sx n="1" d="1"/>
        <a:sy n="1" d="1"/>
      </p:scale>
      <p:origin x="0" y="0"/>
    </p:cViewPr>
  </p:notesTextViewPr>
  <p:sorterViewPr>
    <p:cViewPr varScale="1">
      <p:scale>
        <a:sx n="100" d="100"/>
        <a:sy n="100" d="100"/>
      </p:scale>
      <p:origin x="0" y="-8598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8.xml"/><Relationship Id="rId8" Type="http://schemas.openxmlformats.org/officeDocument/2006/relationships/slide" Target="slides/slide17.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y Baseke" userId="4d81c492162fbd4e" providerId="LiveId" clId="{9B8AB72E-4E06-57D6-9EF2-F08899753D8C}"/>
    <pc:docChg chg="custSel addSld modSld">
      <pc:chgData name="Guy Baseke" userId="4d81c492162fbd4e" providerId="LiveId" clId="{9B8AB72E-4E06-57D6-9EF2-F08899753D8C}" dt="2026-04-22T02:16:32.146" v="26" actId="207"/>
      <pc:docMkLst>
        <pc:docMk/>
      </pc:docMkLst>
      <pc:sldChg chg="modSp new mod">
        <pc:chgData name="Guy Baseke" userId="4d81c492162fbd4e" providerId="LiveId" clId="{9B8AB72E-4E06-57D6-9EF2-F08899753D8C}" dt="2026-04-22T02:15:01.891" v="23" actId="207"/>
        <pc:sldMkLst>
          <pc:docMk/>
          <pc:sldMk cId="3081384673" sldId="277"/>
        </pc:sldMkLst>
        <pc:spChg chg="mod">
          <ac:chgData name="Guy Baseke" userId="4d81c492162fbd4e" providerId="LiveId" clId="{9B8AB72E-4E06-57D6-9EF2-F08899753D8C}" dt="2026-04-22T02:14:02.301" v="7" actId="20577"/>
          <ac:spMkLst>
            <pc:docMk/>
            <pc:sldMk cId="3081384673" sldId="277"/>
            <ac:spMk id="2" creationId="{6B95468A-4A98-DEE0-EC44-ED93037526E1}"/>
          </ac:spMkLst>
        </pc:spChg>
        <pc:spChg chg="mod">
          <ac:chgData name="Guy Baseke" userId="4d81c492162fbd4e" providerId="LiveId" clId="{9B8AB72E-4E06-57D6-9EF2-F08899753D8C}" dt="2026-04-22T02:15:01.891" v="23" actId="207"/>
          <ac:spMkLst>
            <pc:docMk/>
            <pc:sldMk cId="3081384673" sldId="277"/>
            <ac:spMk id="3" creationId="{20005732-45F4-A630-11F3-50955ED6C3C3}"/>
          </ac:spMkLst>
        </pc:spChg>
      </pc:sldChg>
      <pc:sldChg chg="modSp add mod">
        <pc:chgData name="Guy Baseke" userId="4d81c492162fbd4e" providerId="LiveId" clId="{9B8AB72E-4E06-57D6-9EF2-F08899753D8C}" dt="2026-04-22T02:16:32.146" v="26" actId="207"/>
        <pc:sldMkLst>
          <pc:docMk/>
          <pc:sldMk cId="3998903602" sldId="278"/>
        </pc:sldMkLst>
        <pc:spChg chg="mod">
          <ac:chgData name="Guy Baseke" userId="4d81c492162fbd4e" providerId="LiveId" clId="{9B8AB72E-4E06-57D6-9EF2-F08899753D8C}" dt="2026-04-22T02:16:32.146" v="26" actId="207"/>
          <ac:spMkLst>
            <pc:docMk/>
            <pc:sldMk cId="3998903602" sldId="278"/>
            <ac:spMk id="3" creationId="{6845FC07-FA32-1D58-7383-C56FF42651D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56B89E-8738-453B-B5F0-76095002A105}" type="datetimeFigureOut">
              <a:rPr lang="en-CA" smtClean="0"/>
              <a:t>2026-04-21</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CE963-1D38-443D-8845-15B6A1CFD6FD}" type="slidenum">
              <a:rPr lang="en-CA" smtClean="0"/>
              <a:t>‹#›</a:t>
            </a:fld>
            <a:endParaRPr lang="en-CA" dirty="0"/>
          </a:p>
        </p:txBody>
      </p:sp>
    </p:spTree>
    <p:extLst>
      <p:ext uri="{BB962C8B-B14F-4D97-AF65-F5344CB8AC3E}">
        <p14:creationId xmlns:p14="http://schemas.microsoft.com/office/powerpoint/2010/main" val="2322269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SETTING THE TYPE</a:t>
            </a:r>
          </a:p>
          <a:p>
            <a:r>
              <a:t>Tone: warm and pastoral - open the heart before opening the Word.</a:t>
            </a:r>
          </a:p>
          <a:p/>
          <a:p>
            <a:r>
              <a:t>He Came With a Promise; I Left Barefoot:</a:t>
            </a:r>
          </a:p>
          <a:p>
            <a:r>
              <a:t>- A man promised birds if I gave my shoes.</a:t>
            </a:r>
          </a:p>
          <a:p>
            <a:r>
              <a:t>- I gave my shoes; he never came back.</a:t>
            </a:r>
          </a:p>
          <a:p>
            <a:r>
              <a:t>- The shame hurt worse than the bare feet.</a:t>
            </a:r>
          </a:p>
          <a:p>
            <a:r>
              <a:t>- How did I not see him coming?</a:t>
            </a:r>
          </a:p>
          <a:p>
            <a:r>
              <a:t>- Every person has a story like that.</a:t>
            </a:r>
          </a:p>
          <a:p>
            <a:r>
              <a:t>- Smooth voice, friendly smile, too-good offer.</a:t>
            </a:r>
          </a:p>
          <a:p>
            <a:r>
              <a:t>- The small voice inside knew - we reasoned it away.</a:t>
            </a:r>
          </a:p>
          <a:p>
            <a:r>
              <a:t>- Before my shoes, Eve walked away losing everything.</a:t>
            </a:r>
          </a:p>
          <a:p>
            <a:r>
              <a:t>- Solomon: 'the way of a serpent upon a rock' - no tracks.</a:t>
            </a:r>
          </a:p>
          <a:p/>
          <a:p>
            <a:r>
              <a:t>The Type Established - Shadow and Substance:</a:t>
            </a:r>
          </a:p>
          <a:p>
            <a:r>
              <a:t>- Shadow (OT): Eve beguiled, not broken, in Eden.</a:t>
            </a:r>
          </a:p>
          <a:p>
            <a:r>
              <a:t>- Charmed and talked out of the Word she held.</a:t>
            </a:r>
          </a:p>
          <a:p>
            <a:r>
              <a:t>- Substance (End-time): the church through every age, and the elect Bride.</a:t>
            </a:r>
          </a:p>
          <a:p>
            <a:r>
              <a:t>- Facing the same antichrist spirit dressed in religion.</a:t>
            </a:r>
          </a:p>
          <a:p/>
          <a:p>
            <a:r>
              <a:t>Person Profile - What God Saw in Eve:</a:t>
            </a:r>
          </a:p>
          <a:p>
            <a:r>
              <a:t>- Visible need: nothing lacking - garden, husband, God's presence.</a:t>
            </a:r>
          </a:p>
          <a:p>
            <a:r>
              <a:t>- Invisible need: a craving for wisdom beyond God's Word.</a:t>
            </a:r>
          </a:p>
          <a:p>
            <a:r>
              <a:t>- Motive: wanted more light - appetite planted by the deceiver.</a:t>
            </a:r>
          </a:p>
          <a:p>
            <a:r>
              <a:t>- Intention: thought she was adding, not subtracting, to the Word.</a:t>
            </a:r>
          </a:p>
          <a:p>
            <a:r>
              <a:t>- What God saw: a daughter charmed off the Word - and a Redeemer already settled in His heart.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NEED - We Watched the Wrong Door:</a:t>
            </a:r>
          </a:p>
          <a:p>
            <a:r>
              <a:t>- We watch the front gate for monsters.</a:t>
            </a:r>
          </a:p>
          <a:p>
            <a:r>
              <a:t>- He slips in the back door as a friend.</a:t>
            </a:r>
          </a:p>
          <a:p>
            <a:r>
              <a:t>- Got caught not because we are stupid.</a:t>
            </a:r>
          </a:p>
          <a:p>
            <a:r>
              <a:t>- We expected an enemy but met a charmer.</a:t>
            </a:r>
          </a:p>
          <a:p>
            <a:r>
              <a:t>- Con man picks the lock of trust, not doors.</a:t>
            </a:r>
          </a:p>
          <a:p/>
          <a:p>
            <a:r>
              <a:t>DIVINE REVELATION - Charmed Into Agreement, Never Forced:</a:t>
            </a:r>
          </a:p>
          <a:p>
            <a:r>
              <a:t>- Eve never said the serpent forced her.</a:t>
            </a:r>
          </a:p>
          <a:p>
            <a:r>
              <a:t>- 'Beguiled' - charmed, won over, defiled through agreement.</a:t>
            </a:r>
          </a:p>
          <a:p>
            <a:r>
              <a:t>- Her own hand reached out; he made her want it.</a:t>
            </a:r>
          </a:p>
          <a:p>
            <a:r>
              <a:t>- Deceiver never makes you victim - makes you accomplice.</a:t>
            </a:r>
          </a:p>
          <a:p>
            <a:r>
              <a:t>- He did not put the fruit in her mouth.</a:t>
            </a:r>
          </a:p>
          <a:p/>
          <a:p>
            <a:r>
              <a:t>THUS SAITH THE LORD - The Vision:</a:t>
            </a:r>
          </a:p>
          <a:p>
            <a:r>
              <a:t>- Enemy comes refined, religious, reasonable, and warm.</a:t>
            </a:r>
          </a:p>
          <a:p>
            <a:r>
              <a:t>- In this hour the lie wears a clerical collar.</a:t>
            </a:r>
          </a:p>
          <a:p>
            <a:r>
              <a:t>- Guard where you give attention and agreement.</a:t>
            </a:r>
          </a:p>
          <a:p>
            <a:r>
              <a:t>- He beguiled God's daughter - never broke God's gate.</a:t>
            </a:r>
          </a:p>
          <a:p>
            <a:r>
              <a:t>- Only ones safe: refuse to give him their eye.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NEED - A Lie That Feels Like Love:</a:t>
            </a:r>
          </a:p>
          <a:p>
            <a:r>
              <a:t>- Bible names the weapon by name: flattery.</a:t>
            </a:r>
          </a:p>
          <a:p>
            <a:r>
              <a:t>- Flattery is a lie that feels like love.</a:t>
            </a:r>
          </a:p>
          <a:p>
            <a:r>
              <a:t>- 'You have beautiful eyes' bypasses reason entirely.</a:t>
            </a:r>
          </a:p>
          <a:p>
            <a:r>
              <a:t>- The man who took my shoes befriended me first.</a:t>
            </a:r>
          </a:p>
          <a:p>
            <a:r>
              <a:t>- He came in peaceably - never with a sword.</a:t>
            </a:r>
          </a:p>
          <a:p/>
          <a:p>
            <a:r>
              <a:t>DIVINE REVELATION - He Did Not Insult Her, He Crowned Her:</a:t>
            </a:r>
          </a:p>
          <a:p>
            <a:r>
              <a:t>- Serpent did not insult Eve - he elevated her.</a:t>
            </a:r>
          </a:p>
          <a:p>
            <a:r>
              <a:t>- 'Ye shall be as gods' - pure flattery.</a:t>
            </a:r>
          </a:p>
          <a:p>
            <a:r>
              <a:t>- Told her she was destined for more light.</a:t>
            </a:r>
          </a:p>
          <a:p>
            <a:r>
              <a:t>- Daniel saw same spirit standing up centuries later.</a:t>
            </a:r>
          </a:p>
          <a:p>
            <a:r>
              <a:t>- Vile person obtains the kingdom by flatteries, not war.</a:t>
            </a:r>
          </a:p>
          <a:p>
            <a:r>
              <a:t>- The honeyed voice that beguiled Eve crowned a man.</a:t>
            </a:r>
          </a:p>
          <a:p/>
          <a:p>
            <a:r>
              <a:t>THUS SAITH THE LORD - The Vision:</a:t>
            </a:r>
          </a:p>
          <a:p>
            <a:r>
              <a:t>- Deceiver flatters his way through, not kicks his way in.</a:t>
            </a:r>
          </a:p>
          <a:p>
            <a:r>
              <a:t>- Gathering the church world with compliments and unity now.</a:t>
            </a:r>
          </a:p>
          <a:p>
            <a:r>
              <a:t>- The Bride is not flattered off her foundation.</a:t>
            </a:r>
          </a:p>
          <a:p>
            <a:r>
              <a:t>- When the smooth voice says 'you deserve more,' she answers: 'It is written.'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NEED - One Word Loosened, Not a Thousand:</a:t>
            </a:r>
          </a:p>
          <a:p>
            <a:r>
              <a:t>- Underneath flattery was one question: 'Are you sure?'</a:t>
            </a:r>
          </a:p>
          <a:p>
            <a:r>
              <a:t>- He loosened one Word, not all of them.</a:t>
            </a:r>
          </a:p>
          <a:p>
            <a:r>
              <a:t>- 'Yea, hath God said?' - the whole fortress opened.</a:t>
            </a:r>
          </a:p>
          <a:p>
            <a:r>
              <a:t>- We do not fall to a thousand lies.</a:t>
            </a:r>
          </a:p>
          <a:p>
            <a:r>
              <a:t>- We fall to one word added or doubted.</a:t>
            </a:r>
          </a:p>
          <a:p/>
          <a:p>
            <a:r>
              <a:t>DIVINE REVELATION - The Science of Deception:</a:t>
            </a:r>
          </a:p>
          <a:p>
            <a:r>
              <a:t>- God said 'surely die'; serpent added one word: 'not.'</a:t>
            </a:r>
          </a:p>
          <a:p>
            <a:r>
              <a:t>- Did not throw out the Bible - revised one syllable.</a:t>
            </a:r>
          </a:p>
          <a:p>
            <a:r>
              <a:t>- Dressed it as more light, deeper understanding.</a:t>
            </a:r>
          </a:p>
          <a:p>
            <a:r>
              <a:t>- Eve's fall started before she ate the fruit.</a:t>
            </a:r>
          </a:p>
          <a:p>
            <a:r>
              <a:t>- Began when she let two ideas stand together.</a:t>
            </a:r>
          </a:p>
          <a:p>
            <a:r>
              <a:t>- Reasoning added alongside the Word - that is deception.</a:t>
            </a:r>
          </a:p>
          <a:p/>
          <a:p>
            <a:r>
              <a:t>THUS SAITH THE LORD - The Vision:</a:t>
            </a:r>
          </a:p>
          <a:p>
            <a:r>
              <a:t>- Deceiver does not need to overturn your whole faith.</a:t>
            </a:r>
          </a:p>
          <a:p>
            <a:r>
              <a:t>- He only needs you to surrender one Word.</a:t>
            </a:r>
          </a:p>
          <a:p>
            <a:r>
              <a:t>- It is down to a razor's edge in this hour.</a:t>
            </a:r>
          </a:p>
          <a:p>
            <a:r>
              <a:t>- Antichrist message ninety-nine percent right - one Word off.</a:t>
            </a:r>
          </a:p>
          <a:p>
            <a:r>
              <a:t>- Bride takes no 'more light' that moves a single Word.</a:t>
            </a:r>
          </a:p>
          <a:p>
            <a:r>
              <a:t>- 'God said so, that settles it' - no debate entertained.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NEED - The Whole Church World Was Beguiled:</a:t>
            </a:r>
          </a:p>
          <a:p>
            <a:r>
              <a:t>- 'Am I the only one foolish enough to be fooled?'</a:t>
            </a:r>
          </a:p>
          <a:p>
            <a:r>
              <a:t>- No - the whole church world was beguiled.</a:t>
            </a:r>
          </a:p>
          <a:p>
            <a:r>
              <a:t>- Most dangerous deceptions look white, orderly, respectable.</a:t>
            </a:r>
          </a:p>
          <a:p>
            <a:r>
              <a:t>- We trust a crowd, a council, a credential.</a:t>
            </a:r>
          </a:p>
          <a:p>
            <a:r>
              <a:t>- That is the exact door the deceiver walked through.</a:t>
            </a:r>
          </a:p>
          <a:p/>
          <a:p>
            <a:r>
              <a:t>DIVINE REVELATION - The Garden Serpent Grown Into Doctrine:</a:t>
            </a:r>
          </a:p>
          <a:p>
            <a:r>
              <a:t>- First seal: white horse - teachers said the Spirit conquering.</a:t>
            </a:r>
          </a:p>
          <a:p>
            <a:r>
              <a:t>- Branham by revelation: that rider was the antichrist.</a:t>
            </a:r>
          </a:p>
          <a:p>
            <a:r>
              <a:t>- Same serpent from the garden, grown into doctrine.</a:t>
            </a:r>
          </a:p>
          <a:p>
            <a:r>
              <a:t>- Nicolaitanes: conquer the laity, organise the scattered.</a:t>
            </a:r>
          </a:p>
          <a:p>
            <a:r>
              <a:t>- 'We just want fellowship' - ended with a crowned man.</a:t>
            </a:r>
          </a:p>
          <a:p>
            <a:r>
              <a:t>- The same flattery that defiled Eve defiled the church.</a:t>
            </a:r>
          </a:p>
          <a:p/>
          <a:p>
            <a:r>
              <a:t>THUS SAITH THE LORD - The Vision:</a:t>
            </a:r>
          </a:p>
          <a:p>
            <a:r>
              <a:t>- Same rider still in the saddle right now.</a:t>
            </a:r>
          </a:p>
          <a:p>
            <a:r>
              <a:t>- Gathering the beguiled into one fold - calling it unity.</a:t>
            </a:r>
          </a:p>
          <a:p>
            <a:r>
              <a:t>- Spirit of Christ in the Bride calls her out.</a:t>
            </a:r>
          </a:p>
          <a:p>
            <a:r>
              <a:t>- Elect Bride knows the rider by his fruit - not his robe.</a:t>
            </a:r>
          </a:p>
          <a:p>
            <a:r>
              <a:t>- She stays with the Lamb and His 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 NEED - You Cannot Out-Argue the Serpent:</a:t>
            </a:r>
          </a:p>
          <a:p>
            <a:r>
              <a:t>- Your deepest question is exactly the right one.</a:t>
            </a:r>
          </a:p>
          <a:p>
            <a:r>
              <a:t>- 'Where do I fortify so I am never caught again?'</a:t>
            </a:r>
          </a:p>
          <a:p>
            <a:r>
              <a:t>- Cannot out-argue the serpent - Eve tried and lost.</a:t>
            </a:r>
          </a:p>
          <a:p>
            <a:r>
              <a:t>- Safety is not entering the debate at all.</a:t>
            </a:r>
          </a:p>
          <a:p>
            <a:r>
              <a:t>- Fortress is not cleverness, research, or experiences.</a:t>
            </a:r>
          </a:p>
          <a:p>
            <a:r>
              <a:t>- Fortress is a settled heart that knows God.</a:t>
            </a:r>
          </a:p>
          <a:p/>
          <a:p>
            <a:r>
              <a:t>DIVINE REVELATION - Not the Clever Stand, Those Who Know Him:</a:t>
            </a:r>
          </a:p>
          <a:p>
            <a:r>
              <a:t>- Flatteries corrupt the wicked; cannot move those who know God.</a:t>
            </a:r>
          </a:p>
          <a:p>
            <a:r>
              <a:t>- Not the clever who stand - those who know Him.</a:t>
            </a:r>
          </a:p>
          <a:p>
            <a:r>
              <a:t>- Eve had the Word but lost her focus.</a:t>
            </a:r>
          </a:p>
          <a:p>
            <a:r>
              <a:t>- She quoted it: 'God said not to do it.'</a:t>
            </a:r>
          </a:p>
          <a:p>
            <a:r>
              <a:t>- Her defense failed when she entertained the debate.</a:t>
            </a:r>
          </a:p>
          <a:p>
            <a:r>
              <a:t>- Bride measures every sign by the Word, not the crowd.</a:t>
            </a:r>
          </a:p>
          <a:p/>
          <a:p>
            <a:r>
              <a:t>THUS SAITH THE LORD - The Vision:</a:t>
            </a:r>
          </a:p>
          <a:p>
            <a:r>
              <a:t>- Build your wall around the Word, not your reasoning.</a:t>
            </a:r>
          </a:p>
          <a:p>
            <a:r>
              <a:t>- Flatteries that corrupt the wicked cannot corrupt those who know God.</a:t>
            </a:r>
          </a:p>
          <a:p>
            <a:r>
              <a:t>- Antichrist cannot get the whole Word together - the Bride holds it all.</a:t>
            </a:r>
          </a:p>
          <a:p>
            <a:r>
              <a:t>- You will not be beguiled again - not by cleverness.</a:t>
            </a:r>
          </a:p>
          <a:p>
            <a:r>
              <a:t>- Too settled in the Word to debate the serpent.</a:t>
            </a:r>
          </a:p>
          <a:p>
            <a:r>
              <a:t>- Stay with that Word. Anything contrary - leave it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PREACHER'S RESERVE - Held in Reserve, If the Spirit Leads:</a:t>
            </a:r>
          </a:p>
          <a:p>
            <a:r>
              <a:t>- 'It will be the flatteries that it's taken' (end-time/America) - 1961-01-29, Turning Northward, para 49.</a:t>
            </a:r>
          </a:p>
          <a:p>
            <a:r>
              <a:t>- The wolf in flatteries: 'come in with flatteries like a lamb... behind it it's a wolf' - 1962-04-22, Restoration of the Bride Tree, para 156.</a:t>
            </a:r>
          </a:p>
          <a:p>
            <a:r>
              <a:t>- Look up to break the charm (altar call): flutter your wings and look upward quickly and see Jesus - 1959-04-10, Looking at the unseen, para 34.</a:t>
            </a:r>
          </a:p>
          <a:p>
            <a:r>
              <a:t>- The Redeemer thread (Genesis 3:15): the bloody sheepskin from Eden to Golgotha - 1953-08-30, Why I am a holy-roller, para 38.</a:t>
            </a:r>
          </a:p>
          <a:p>
            <a:r>
              <a:t>- The elect cannot be deceived (assurance): names on the book of life before the foundation of the world - 1961-04-11, But it wasn't so from the beginning, para 28.</a:t>
            </a:r>
          </a:p>
          <a:p>
            <a:r>
              <a:t>- Proverbs 30:20 - the beguiled conscience feels innocent. No tracks.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82AF0-944C-4D1C-BDE4-E55CE196CA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dirty="0"/>
          </a:p>
        </p:txBody>
      </p:sp>
      <p:sp>
        <p:nvSpPr>
          <p:cNvPr id="3" name="Subtitle 2">
            <a:extLst>
              <a:ext uri="{FF2B5EF4-FFF2-40B4-BE49-F238E27FC236}">
                <a16:creationId xmlns:a16="http://schemas.microsoft.com/office/drawing/2014/main" id="{09019D9B-8F0C-4452-9236-58653D3C52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dirty="0"/>
          </a:p>
        </p:txBody>
      </p:sp>
      <p:sp>
        <p:nvSpPr>
          <p:cNvPr id="4" name="Date Placeholder 3">
            <a:extLst>
              <a:ext uri="{FF2B5EF4-FFF2-40B4-BE49-F238E27FC236}">
                <a16:creationId xmlns:a16="http://schemas.microsoft.com/office/drawing/2014/main" id="{AF5A16F9-7F63-4603-AF84-09F6804142D6}"/>
              </a:ext>
            </a:extLst>
          </p:cNvPr>
          <p:cNvSpPr>
            <a:spLocks noGrp="1"/>
          </p:cNvSpPr>
          <p:nvPr>
            <p:ph type="dt" sz="half" idx="10"/>
          </p:nvPr>
        </p:nvSpPr>
        <p:spPr/>
        <p:txBody>
          <a:bodyPr/>
          <a:lstStyle/>
          <a:p>
            <a:endParaRPr lang="en-CA" dirty="0"/>
          </a:p>
        </p:txBody>
      </p:sp>
      <p:sp>
        <p:nvSpPr>
          <p:cNvPr id="5" name="Footer Placeholder 4">
            <a:extLst>
              <a:ext uri="{FF2B5EF4-FFF2-40B4-BE49-F238E27FC236}">
                <a16:creationId xmlns:a16="http://schemas.microsoft.com/office/drawing/2014/main" id="{F3A85592-F1D9-42A7-B6F5-C39609D637BE}"/>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41B48FE3-A9C1-4086-A277-9AB4942BC172}"/>
              </a:ext>
            </a:extLst>
          </p:cNvPr>
          <p:cNvSpPr>
            <a:spLocks noGrp="1"/>
          </p:cNvSpPr>
          <p:nvPr>
            <p:ph type="sldNum" sz="quarter" idx="12"/>
          </p:nvPr>
        </p:nvSpPr>
        <p:spPr/>
        <p:txBody>
          <a:bodyPr/>
          <a:lstStyle/>
          <a:p>
            <a:fld id="{33557F56-3B83-48D0-B949-62A434334199}" type="slidenum">
              <a:rPr lang="en-CA" smtClean="0"/>
              <a:t>‹#›</a:t>
            </a:fld>
            <a:endParaRPr lang="en-CA" dirty="0"/>
          </a:p>
        </p:txBody>
      </p:sp>
    </p:spTree>
    <p:extLst>
      <p:ext uri="{BB962C8B-B14F-4D97-AF65-F5344CB8AC3E}">
        <p14:creationId xmlns:p14="http://schemas.microsoft.com/office/powerpoint/2010/main" val="3092523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47C5E49-6E32-42BB-95B2-30AD7BA149A4}"/>
              </a:ext>
            </a:extLst>
          </p:cNvPr>
          <p:cNvSpPr/>
          <p:nvPr userDrawn="1"/>
        </p:nvSpPr>
        <p:spPr>
          <a:xfrm>
            <a:off x="231057" y="5841572"/>
            <a:ext cx="1784555" cy="89884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dirty="0"/>
          </a:p>
        </p:txBody>
      </p:sp>
      <p:sp>
        <p:nvSpPr>
          <p:cNvPr id="11" name="Freeform: Shape 10">
            <a:extLst>
              <a:ext uri="{FF2B5EF4-FFF2-40B4-BE49-F238E27FC236}">
                <a16:creationId xmlns:a16="http://schemas.microsoft.com/office/drawing/2014/main" id="{7D91CC38-7E5C-4BBA-87A1-40C937E8B13D}"/>
              </a:ext>
            </a:extLst>
          </p:cNvPr>
          <p:cNvSpPr/>
          <p:nvPr userDrawn="1"/>
        </p:nvSpPr>
        <p:spPr>
          <a:xfrm>
            <a:off x="0" y="5844479"/>
            <a:ext cx="12192000" cy="982417"/>
          </a:xfrm>
          <a:custGeom>
            <a:avLst/>
            <a:gdLst>
              <a:gd name="connsiteX0" fmla="*/ 0 w 12192000"/>
              <a:gd name="connsiteY0" fmla="*/ 0 h 982417"/>
              <a:gd name="connsiteX1" fmla="*/ 338556 w 12192000"/>
              <a:gd name="connsiteY1" fmla="*/ 0 h 982417"/>
              <a:gd name="connsiteX2" fmla="*/ 334297 w 12192000"/>
              <a:gd name="connsiteY2" fmla="*/ 42244 h 982417"/>
              <a:gd name="connsiteX3" fmla="*/ 1000297 w 12192000"/>
              <a:gd name="connsiteY3" fmla="*/ 708244 h 982417"/>
              <a:gd name="connsiteX4" fmla="*/ 1666297 w 12192000"/>
              <a:gd name="connsiteY4" fmla="*/ 42244 h 982417"/>
              <a:gd name="connsiteX5" fmla="*/ 1662039 w 12192000"/>
              <a:gd name="connsiteY5" fmla="*/ 0 h 982417"/>
              <a:gd name="connsiteX6" fmla="*/ 12192000 w 12192000"/>
              <a:gd name="connsiteY6" fmla="*/ 0 h 982417"/>
              <a:gd name="connsiteX7" fmla="*/ 12192000 w 12192000"/>
              <a:gd name="connsiteY7" fmla="*/ 982417 h 982417"/>
              <a:gd name="connsiteX8" fmla="*/ 0 w 12192000"/>
              <a:gd name="connsiteY8" fmla="*/ 982417 h 98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982417">
                <a:moveTo>
                  <a:pt x="0" y="0"/>
                </a:moveTo>
                <a:lnTo>
                  <a:pt x="338556" y="0"/>
                </a:lnTo>
                <a:lnTo>
                  <a:pt x="334297" y="42244"/>
                </a:lnTo>
                <a:cubicBezTo>
                  <a:pt x="334297" y="410066"/>
                  <a:pt x="632475" y="708244"/>
                  <a:pt x="1000297" y="708244"/>
                </a:cubicBezTo>
                <a:cubicBezTo>
                  <a:pt x="1368119" y="708244"/>
                  <a:pt x="1666297" y="410066"/>
                  <a:pt x="1666297" y="42244"/>
                </a:cubicBezTo>
                <a:lnTo>
                  <a:pt x="1662039" y="0"/>
                </a:lnTo>
                <a:lnTo>
                  <a:pt x="12192000" y="0"/>
                </a:lnTo>
                <a:lnTo>
                  <a:pt x="12192000" y="982417"/>
                </a:lnTo>
                <a:lnTo>
                  <a:pt x="0" y="982417"/>
                </a:lnTo>
                <a:close/>
              </a:path>
            </a:pathLst>
          </a:custGeom>
          <a:solidFill>
            <a:srgbClr val="261B1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A" dirty="0"/>
          </a:p>
        </p:txBody>
      </p:sp>
      <p:pic>
        <p:nvPicPr>
          <p:cNvPr id="16" name="Graphic 15" descr="Open quotation mark outline">
            <a:extLst>
              <a:ext uri="{FF2B5EF4-FFF2-40B4-BE49-F238E27FC236}">
                <a16:creationId xmlns:a16="http://schemas.microsoft.com/office/drawing/2014/main" id="{4A0508B7-F94A-405F-A42B-E30BEB8EDA6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40361" y="-116368"/>
            <a:ext cx="914400" cy="914400"/>
          </a:xfrm>
          <a:prstGeom prst="rect">
            <a:avLst/>
          </a:prstGeom>
        </p:spPr>
      </p:pic>
      <p:sp>
        <p:nvSpPr>
          <p:cNvPr id="19" name="Partial Circle 18">
            <a:extLst>
              <a:ext uri="{FF2B5EF4-FFF2-40B4-BE49-F238E27FC236}">
                <a16:creationId xmlns:a16="http://schemas.microsoft.com/office/drawing/2014/main" id="{A5AFA295-5305-4D36-9FA1-AC399C3C2C80}"/>
              </a:ext>
            </a:extLst>
          </p:cNvPr>
          <p:cNvSpPr/>
          <p:nvPr userDrawn="1"/>
        </p:nvSpPr>
        <p:spPr>
          <a:xfrm>
            <a:off x="449430" y="5719896"/>
            <a:ext cx="1116000" cy="1116000"/>
          </a:xfrm>
          <a:prstGeom prst="pie">
            <a:avLst>
              <a:gd name="adj1" fmla="val 137177"/>
              <a:gd name="adj2" fmla="val 73541"/>
            </a:avLst>
          </a:prstGeom>
          <a:noFill/>
          <a:ln w="57150">
            <a:solidFill>
              <a:srgbClr val="D5A3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pic>
        <p:nvPicPr>
          <p:cNvPr id="7" name="Google Shape;32;p6">
            <a:extLst>
              <a:ext uri="{FF2B5EF4-FFF2-40B4-BE49-F238E27FC236}">
                <a16:creationId xmlns:a16="http://schemas.microsoft.com/office/drawing/2014/main" id="{278E9752-7F7D-4F0A-86BD-2648F74281B3}"/>
              </a:ext>
            </a:extLst>
          </p:cNvPr>
          <p:cNvPicPr preferRelativeResize="0"/>
          <p:nvPr userDrawn="1"/>
        </p:nvPicPr>
        <p:blipFill>
          <a:blip r:embed="rId3">
            <a:alphaModFix/>
          </a:blip>
          <a:stretch>
            <a:fillRect/>
          </a:stretch>
        </p:blipFill>
        <p:spPr>
          <a:xfrm flipH="1">
            <a:off x="477427" y="5737896"/>
            <a:ext cx="1080000" cy="1080000"/>
          </a:xfrm>
          <a:prstGeom prst="flowChartConnector">
            <a:avLst/>
          </a:prstGeom>
          <a:noFill/>
          <a:ln>
            <a:noFill/>
          </a:ln>
        </p:spPr>
      </p:pic>
      <p:sp>
        <p:nvSpPr>
          <p:cNvPr id="22" name="Text Placeholder 21">
            <a:extLst>
              <a:ext uri="{FF2B5EF4-FFF2-40B4-BE49-F238E27FC236}">
                <a16:creationId xmlns:a16="http://schemas.microsoft.com/office/drawing/2014/main" id="{36BA902B-E7FF-463B-9FC1-4F27175AB2C4}"/>
              </a:ext>
            </a:extLst>
          </p:cNvPr>
          <p:cNvSpPr>
            <a:spLocks noGrp="1"/>
          </p:cNvSpPr>
          <p:nvPr>
            <p:ph type="body" sz="quarter" idx="13" hasCustomPrompt="1"/>
          </p:nvPr>
        </p:nvSpPr>
        <p:spPr>
          <a:xfrm>
            <a:off x="1781731" y="5954840"/>
            <a:ext cx="10179212" cy="785576"/>
          </a:xfrm>
        </p:spPr>
        <p:txBody>
          <a:bodyPr>
            <a:noAutofit/>
          </a:bodyPr>
          <a:lstStyle>
            <a:lvl1pPr marL="0" indent="0">
              <a:lnSpc>
                <a:spcPct val="100000"/>
              </a:lnSpc>
              <a:spcBef>
                <a:spcPts val="0"/>
              </a:spcBef>
              <a:buNone/>
              <a:defRPr sz="2400">
                <a:solidFill>
                  <a:schemeClr val="bg1"/>
                </a:solidFill>
              </a:defRPr>
            </a:lvl1pPr>
          </a:lstStyle>
          <a:p>
            <a:r>
              <a:rPr lang="en-US" dirty="0">
                <a:solidFill>
                  <a:srgbClr val="EBC57C"/>
                </a:solidFill>
              </a:rPr>
              <a:t>Sermon Title</a:t>
            </a:r>
          </a:p>
          <a:p>
            <a:r>
              <a:rPr lang="en-US" dirty="0">
                <a:solidFill>
                  <a:srgbClr val="EBC57C"/>
                </a:solidFill>
              </a:rPr>
              <a:t>Bro William Marrion Branham</a:t>
            </a:r>
            <a:endParaRPr lang="en-CA" dirty="0">
              <a:solidFill>
                <a:srgbClr val="EBC57C"/>
              </a:solidFill>
            </a:endParaRPr>
          </a:p>
        </p:txBody>
      </p:sp>
      <p:sp>
        <p:nvSpPr>
          <p:cNvPr id="9" name="Text Placeholder 8">
            <a:extLst>
              <a:ext uri="{FF2B5EF4-FFF2-40B4-BE49-F238E27FC236}">
                <a16:creationId xmlns:a16="http://schemas.microsoft.com/office/drawing/2014/main" id="{5D2C48AF-B122-BE64-90B9-18632B04F584}"/>
              </a:ext>
            </a:extLst>
          </p:cNvPr>
          <p:cNvSpPr>
            <a:spLocks noGrp="1"/>
          </p:cNvSpPr>
          <p:nvPr>
            <p:ph type="body" sz="quarter" idx="14"/>
          </p:nvPr>
        </p:nvSpPr>
        <p:spPr>
          <a:xfrm>
            <a:off x="875763" y="673100"/>
            <a:ext cx="10496282" cy="4960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1336721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riptur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B70D92-C8CE-4CB4-B69D-2D7E305E5930}"/>
              </a:ext>
            </a:extLst>
          </p:cNvPr>
          <p:cNvSpPr/>
          <p:nvPr userDrawn="1"/>
        </p:nvSpPr>
        <p:spPr>
          <a:xfrm>
            <a:off x="875763" y="188006"/>
            <a:ext cx="10502722" cy="770799"/>
          </a:xfrm>
          <a:custGeom>
            <a:avLst/>
            <a:gdLst>
              <a:gd name="connsiteX0" fmla="*/ 0 w 10392697"/>
              <a:gd name="connsiteY0" fmla="*/ 0 h 982417"/>
              <a:gd name="connsiteX1" fmla="*/ 10392697 w 10392697"/>
              <a:gd name="connsiteY1" fmla="*/ 0 h 982417"/>
              <a:gd name="connsiteX2" fmla="*/ 10392697 w 10392697"/>
              <a:gd name="connsiteY2" fmla="*/ 982417 h 982417"/>
              <a:gd name="connsiteX3" fmla="*/ 0 w 10392697"/>
              <a:gd name="connsiteY3" fmla="*/ 982417 h 982417"/>
            </a:gdLst>
            <a:ahLst/>
            <a:cxnLst>
              <a:cxn ang="0">
                <a:pos x="connsiteX0" y="connsiteY0"/>
              </a:cxn>
              <a:cxn ang="0">
                <a:pos x="connsiteX1" y="connsiteY1"/>
              </a:cxn>
              <a:cxn ang="0">
                <a:pos x="connsiteX2" y="connsiteY2"/>
              </a:cxn>
              <a:cxn ang="0">
                <a:pos x="connsiteX3" y="connsiteY3"/>
              </a:cxn>
            </a:cxnLst>
            <a:rect l="l" t="t" r="r" b="b"/>
            <a:pathLst>
              <a:path w="10392697" h="982417">
                <a:moveTo>
                  <a:pt x="0" y="0"/>
                </a:moveTo>
                <a:lnTo>
                  <a:pt x="10392697" y="0"/>
                </a:lnTo>
                <a:lnTo>
                  <a:pt x="10392697" y="982417"/>
                </a:lnTo>
                <a:lnTo>
                  <a:pt x="0" y="982417"/>
                </a:lnTo>
                <a:close/>
              </a:path>
            </a:pathLst>
          </a:custGeom>
          <a:solidFill>
            <a:srgbClr val="261B1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A" dirty="0"/>
          </a:p>
        </p:txBody>
      </p:sp>
      <p:sp>
        <p:nvSpPr>
          <p:cNvPr id="22" name="Text Placeholder 21">
            <a:extLst>
              <a:ext uri="{FF2B5EF4-FFF2-40B4-BE49-F238E27FC236}">
                <a16:creationId xmlns:a16="http://schemas.microsoft.com/office/drawing/2014/main" id="{36BA902B-E7FF-463B-9FC1-4F27175AB2C4}"/>
              </a:ext>
            </a:extLst>
          </p:cNvPr>
          <p:cNvSpPr>
            <a:spLocks noGrp="1"/>
          </p:cNvSpPr>
          <p:nvPr>
            <p:ph type="body" sz="quarter" idx="13" hasCustomPrompt="1"/>
          </p:nvPr>
        </p:nvSpPr>
        <p:spPr>
          <a:xfrm>
            <a:off x="1008845" y="296273"/>
            <a:ext cx="10174310" cy="554263"/>
          </a:xfrm>
        </p:spPr>
        <p:txBody>
          <a:bodyPr anchor="ctr">
            <a:noAutofit/>
          </a:bodyPr>
          <a:lstStyle>
            <a:lvl1pPr marL="0" indent="0">
              <a:lnSpc>
                <a:spcPct val="100000"/>
              </a:lnSpc>
              <a:spcBef>
                <a:spcPts val="0"/>
              </a:spcBef>
              <a:buNone/>
              <a:defRPr sz="5000" b="1">
                <a:solidFill>
                  <a:schemeClr val="accent2">
                    <a:lumMod val="60000"/>
                    <a:lumOff val="40000"/>
                  </a:schemeClr>
                </a:solidFill>
              </a:defRPr>
            </a:lvl1pPr>
          </a:lstStyle>
          <a:p>
            <a:r>
              <a:rPr lang="en-US" dirty="0">
                <a:solidFill>
                  <a:srgbClr val="EBC57C"/>
                </a:solidFill>
              </a:rPr>
              <a:t>Scripture</a:t>
            </a:r>
            <a:endParaRPr lang="en-CA" dirty="0">
              <a:solidFill>
                <a:srgbClr val="EBC57C"/>
              </a:solidFill>
            </a:endParaRPr>
          </a:p>
        </p:txBody>
      </p:sp>
      <p:pic>
        <p:nvPicPr>
          <p:cNvPr id="4" name="Graphic 3" descr="Open book outline">
            <a:extLst>
              <a:ext uri="{FF2B5EF4-FFF2-40B4-BE49-F238E27FC236}">
                <a16:creationId xmlns:a16="http://schemas.microsoft.com/office/drawing/2014/main" id="{8C103661-8C0E-4C48-879F-F71F24A0CD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883" y="298173"/>
            <a:ext cx="660632" cy="660632"/>
          </a:xfrm>
          <a:prstGeom prst="rect">
            <a:avLst/>
          </a:prstGeom>
        </p:spPr>
      </p:pic>
      <p:sp>
        <p:nvSpPr>
          <p:cNvPr id="10" name="Text Placeholder 9">
            <a:extLst>
              <a:ext uri="{FF2B5EF4-FFF2-40B4-BE49-F238E27FC236}">
                <a16:creationId xmlns:a16="http://schemas.microsoft.com/office/drawing/2014/main" id="{545E70D9-1CF0-A044-9524-1705FB8AC824}"/>
              </a:ext>
            </a:extLst>
          </p:cNvPr>
          <p:cNvSpPr>
            <a:spLocks noGrp="1"/>
          </p:cNvSpPr>
          <p:nvPr>
            <p:ph type="body" sz="quarter" idx="14"/>
          </p:nvPr>
        </p:nvSpPr>
        <p:spPr>
          <a:xfrm>
            <a:off x="875763" y="1143000"/>
            <a:ext cx="10496282" cy="5080000"/>
          </a:xfrm>
        </p:spPr>
        <p:txBody>
          <a:bodyPr>
            <a:normAutofit/>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2331836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tes">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B70D92-C8CE-4CB4-B69D-2D7E305E5930}"/>
              </a:ext>
            </a:extLst>
          </p:cNvPr>
          <p:cNvSpPr/>
          <p:nvPr userDrawn="1"/>
        </p:nvSpPr>
        <p:spPr>
          <a:xfrm>
            <a:off x="875763" y="167163"/>
            <a:ext cx="10483403" cy="770799"/>
          </a:xfrm>
          <a:custGeom>
            <a:avLst/>
            <a:gdLst>
              <a:gd name="connsiteX0" fmla="*/ 0 w 10392697"/>
              <a:gd name="connsiteY0" fmla="*/ 0 h 982417"/>
              <a:gd name="connsiteX1" fmla="*/ 10392697 w 10392697"/>
              <a:gd name="connsiteY1" fmla="*/ 0 h 982417"/>
              <a:gd name="connsiteX2" fmla="*/ 10392697 w 10392697"/>
              <a:gd name="connsiteY2" fmla="*/ 982417 h 982417"/>
              <a:gd name="connsiteX3" fmla="*/ 0 w 10392697"/>
              <a:gd name="connsiteY3" fmla="*/ 982417 h 982417"/>
            </a:gdLst>
            <a:ahLst/>
            <a:cxnLst>
              <a:cxn ang="0">
                <a:pos x="connsiteX0" y="connsiteY0"/>
              </a:cxn>
              <a:cxn ang="0">
                <a:pos x="connsiteX1" y="connsiteY1"/>
              </a:cxn>
              <a:cxn ang="0">
                <a:pos x="connsiteX2" y="connsiteY2"/>
              </a:cxn>
              <a:cxn ang="0">
                <a:pos x="connsiteX3" y="connsiteY3"/>
              </a:cxn>
            </a:cxnLst>
            <a:rect l="l" t="t" r="r" b="b"/>
            <a:pathLst>
              <a:path w="10392697" h="982417">
                <a:moveTo>
                  <a:pt x="0" y="0"/>
                </a:moveTo>
                <a:lnTo>
                  <a:pt x="10392697" y="0"/>
                </a:lnTo>
                <a:lnTo>
                  <a:pt x="10392697" y="982417"/>
                </a:lnTo>
                <a:lnTo>
                  <a:pt x="0" y="982417"/>
                </a:lnTo>
                <a:close/>
              </a:path>
            </a:pathLst>
          </a:custGeom>
          <a:solidFill>
            <a:srgbClr val="261B11"/>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CA" dirty="0"/>
          </a:p>
        </p:txBody>
      </p:sp>
      <p:sp>
        <p:nvSpPr>
          <p:cNvPr id="22" name="Text Placeholder 21">
            <a:extLst>
              <a:ext uri="{FF2B5EF4-FFF2-40B4-BE49-F238E27FC236}">
                <a16:creationId xmlns:a16="http://schemas.microsoft.com/office/drawing/2014/main" id="{36BA902B-E7FF-463B-9FC1-4F27175AB2C4}"/>
              </a:ext>
            </a:extLst>
          </p:cNvPr>
          <p:cNvSpPr>
            <a:spLocks noGrp="1"/>
          </p:cNvSpPr>
          <p:nvPr>
            <p:ph type="body" sz="quarter" idx="13" hasCustomPrompt="1"/>
          </p:nvPr>
        </p:nvSpPr>
        <p:spPr>
          <a:xfrm>
            <a:off x="1030310" y="275430"/>
            <a:ext cx="10174310" cy="554263"/>
          </a:xfrm>
        </p:spPr>
        <p:txBody>
          <a:bodyPr anchor="ctr">
            <a:noAutofit/>
          </a:bodyPr>
          <a:lstStyle>
            <a:lvl1pPr marL="0" indent="0">
              <a:lnSpc>
                <a:spcPct val="100000"/>
              </a:lnSpc>
              <a:spcBef>
                <a:spcPts val="0"/>
              </a:spcBef>
              <a:buNone/>
              <a:defRPr sz="5000" b="1">
                <a:solidFill>
                  <a:schemeClr val="accent2">
                    <a:lumMod val="60000"/>
                    <a:lumOff val="40000"/>
                  </a:schemeClr>
                </a:solidFill>
              </a:defRPr>
            </a:lvl1pPr>
          </a:lstStyle>
          <a:p>
            <a:r>
              <a:rPr lang="en-US" dirty="0">
                <a:solidFill>
                  <a:srgbClr val="EBC57C"/>
                </a:solidFill>
              </a:rPr>
              <a:t>Notes</a:t>
            </a:r>
            <a:endParaRPr lang="en-CA" dirty="0">
              <a:solidFill>
                <a:srgbClr val="EBC57C"/>
              </a:solidFill>
            </a:endParaRPr>
          </a:p>
        </p:txBody>
      </p:sp>
      <p:sp>
        <p:nvSpPr>
          <p:cNvPr id="10" name="Text Placeholder 9">
            <a:extLst>
              <a:ext uri="{FF2B5EF4-FFF2-40B4-BE49-F238E27FC236}">
                <a16:creationId xmlns:a16="http://schemas.microsoft.com/office/drawing/2014/main" id="{545E70D9-1CF0-A044-9524-1705FB8AC824}"/>
              </a:ext>
            </a:extLst>
          </p:cNvPr>
          <p:cNvSpPr>
            <a:spLocks noGrp="1"/>
          </p:cNvSpPr>
          <p:nvPr>
            <p:ph type="body" sz="quarter" idx="14"/>
          </p:nvPr>
        </p:nvSpPr>
        <p:spPr>
          <a:xfrm>
            <a:off x="875763" y="1143000"/>
            <a:ext cx="10483403" cy="5080000"/>
          </a:xfrm>
        </p:spPr>
        <p:txBody>
          <a:bodyPr>
            <a:normAutofit/>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pic>
        <p:nvPicPr>
          <p:cNvPr id="6" name="Graphic 5" descr="Scribble outline">
            <a:extLst>
              <a:ext uri="{FF2B5EF4-FFF2-40B4-BE49-F238E27FC236}">
                <a16:creationId xmlns:a16="http://schemas.microsoft.com/office/drawing/2014/main" id="{A42C7E05-8685-C0F0-359A-12C497C81A5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985" y="275430"/>
            <a:ext cx="610232" cy="610232"/>
          </a:xfrm>
          <a:prstGeom prst="rect">
            <a:avLst/>
          </a:prstGeom>
        </p:spPr>
      </p:pic>
    </p:spTree>
    <p:extLst>
      <p:ext uri="{BB962C8B-B14F-4D97-AF65-F5344CB8AC3E}">
        <p14:creationId xmlns:p14="http://schemas.microsoft.com/office/powerpoint/2010/main" val="3383777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467473" cy="713874"/>
          </a:xfrm>
        </p:spPr>
        <p:txBody>
          <a:bodyPr>
            <a:normAutofit/>
          </a:bodyPr>
          <a:lstStyle>
            <a:lvl1pPr>
              <a:defRPr sz="4000"/>
            </a:lvl1pPr>
          </a:lstStyle>
          <a:p>
            <a:r>
              <a:rPr lang="en-US"/>
              <a:t>Click to edit Master title style</a:t>
            </a:r>
            <a:endParaRPr lang="en-US" dirty="0"/>
          </a:p>
        </p:txBody>
      </p:sp>
      <p:sp>
        <p:nvSpPr>
          <p:cNvPr id="3" name="Content Placeholder 2"/>
          <p:cNvSpPr>
            <a:spLocks noGrp="1"/>
          </p:cNvSpPr>
          <p:nvPr>
            <p:ph idx="1"/>
          </p:nvPr>
        </p:nvSpPr>
        <p:spPr>
          <a:xfrm>
            <a:off x="685801" y="1599308"/>
            <a:ext cx="10467473" cy="4981073"/>
          </a:xfrm>
        </p:spPr>
        <p:txBody>
          <a:bodyPr anchor="ctr"/>
          <a:lstStyle>
            <a:lvl1pPr marL="0" indent="0">
              <a:spcAft>
                <a:spcPts val="0"/>
              </a:spcAft>
              <a:buNone/>
              <a:defRPr sz="4000"/>
            </a:lvl1pPr>
            <a:lvl2pPr>
              <a:defRPr sz="3600"/>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p:txBody>
      </p:sp>
      <p:sp>
        <p:nvSpPr>
          <p:cNvPr id="6" name="Slide Number Placeholder 5"/>
          <p:cNvSpPr>
            <a:spLocks noGrp="1"/>
          </p:cNvSpPr>
          <p:nvPr>
            <p:ph type="sldNum" sz="quarter" idx="12"/>
          </p:nvPr>
        </p:nvSpPr>
        <p:spPr>
          <a:xfrm>
            <a:off x="11342886" y="6202556"/>
            <a:ext cx="551167" cy="3778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71337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342886" y="6202556"/>
            <a:ext cx="551167" cy="3778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398092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D92BB1-4891-4A80-8E2D-69C0EF20E1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DE26B683-AFA6-4AB3-98B9-E9B6904266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Date Placeholder 3">
            <a:extLst>
              <a:ext uri="{FF2B5EF4-FFF2-40B4-BE49-F238E27FC236}">
                <a16:creationId xmlns:a16="http://schemas.microsoft.com/office/drawing/2014/main" id="{30E4E79B-F08B-4977-BF4E-7638943384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agona Book" panose="02020503050505020204" pitchFamily="18" charset="0"/>
              </a:defRPr>
            </a:lvl1pPr>
          </a:lstStyle>
          <a:p>
            <a:endParaRPr lang="en-CA" dirty="0"/>
          </a:p>
        </p:txBody>
      </p:sp>
      <p:sp>
        <p:nvSpPr>
          <p:cNvPr id="5" name="Footer Placeholder 4">
            <a:extLst>
              <a:ext uri="{FF2B5EF4-FFF2-40B4-BE49-F238E27FC236}">
                <a16:creationId xmlns:a16="http://schemas.microsoft.com/office/drawing/2014/main" id="{CFBC0286-5E20-4B22-AF28-99C8EAB5FA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agona Book" panose="02020503050505020204" pitchFamily="18" charset="0"/>
              </a:defRPr>
            </a:lvl1pPr>
          </a:lstStyle>
          <a:p>
            <a:endParaRPr lang="en-CA" dirty="0"/>
          </a:p>
        </p:txBody>
      </p:sp>
      <p:sp>
        <p:nvSpPr>
          <p:cNvPr id="6" name="Slide Number Placeholder 5">
            <a:extLst>
              <a:ext uri="{FF2B5EF4-FFF2-40B4-BE49-F238E27FC236}">
                <a16:creationId xmlns:a16="http://schemas.microsoft.com/office/drawing/2014/main" id="{EA7A3B59-CF00-446F-A806-7E66B8CA00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b="1">
                <a:solidFill>
                  <a:schemeClr val="accent2">
                    <a:lumMod val="60000"/>
                    <a:lumOff val="40000"/>
                  </a:schemeClr>
                </a:solidFill>
                <a:latin typeface="Sagona Book" panose="02020503050505020204" pitchFamily="18" charset="0"/>
                <a:ea typeface="Tahoma" panose="020B0604030504040204" pitchFamily="34" charset="0"/>
                <a:cs typeface="Tahoma" panose="020B0604030504040204" pitchFamily="34" charset="0"/>
              </a:defRPr>
            </a:lvl1pPr>
          </a:lstStyle>
          <a:p>
            <a:fld id="{33557F56-3B83-48D0-B949-62A434334199}" type="slidenum">
              <a:rPr lang="en-CA" smtClean="0"/>
              <a:pPr/>
              <a:t>‹#›</a:t>
            </a:fld>
            <a:endParaRPr lang="en-CA" dirty="0"/>
          </a:p>
        </p:txBody>
      </p:sp>
      <p:pic>
        <p:nvPicPr>
          <p:cNvPr id="7" name="Google Shape;9;p1">
            <a:extLst>
              <a:ext uri="{FF2B5EF4-FFF2-40B4-BE49-F238E27FC236}">
                <a16:creationId xmlns:a16="http://schemas.microsoft.com/office/drawing/2014/main" id="{6D8217A4-3191-FB43-E668-19CCEE0FCCDA}"/>
              </a:ext>
            </a:extLst>
          </p:cNvPr>
          <p:cNvPicPr preferRelativeResize="0"/>
          <p:nvPr userDrawn="1"/>
        </p:nvPicPr>
        <p:blipFill>
          <a:blip r:embed="rId8">
            <a:clrChange>
              <a:clrFrom>
                <a:srgbClr val="FFFFFF"/>
              </a:clrFrom>
              <a:clrTo>
                <a:srgbClr val="FFFFFF">
                  <a:alpha val="0"/>
                </a:srgbClr>
              </a:clrTo>
            </a:clrChange>
            <a:alphaModFix/>
          </a:blip>
          <a:stretch>
            <a:fillRect/>
          </a:stretch>
        </p:blipFill>
        <p:spPr>
          <a:xfrm>
            <a:off x="11595000" y="6356350"/>
            <a:ext cx="432000" cy="432000"/>
          </a:xfrm>
          <a:prstGeom prst="rect">
            <a:avLst/>
          </a:prstGeom>
          <a:noFill/>
          <a:ln>
            <a:noFill/>
          </a:ln>
        </p:spPr>
      </p:pic>
    </p:spTree>
    <p:extLst>
      <p:ext uri="{BB962C8B-B14F-4D97-AF65-F5344CB8AC3E}">
        <p14:creationId xmlns:p14="http://schemas.microsoft.com/office/powerpoint/2010/main" val="946953396"/>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3" r:id="rId3"/>
    <p:sldLayoutId id="2147483666" r:id="rId4"/>
    <p:sldLayoutId id="2147483667" r:id="rId5"/>
    <p:sldLayoutId id="2147483668"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Sagona Book" panose="020205030505050202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Sagona Book" panose="020205030505050202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solidFill>
          <a:latin typeface="Sagona Book" panose="020205030505050202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Sagona Book" panose="020205030505050202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Sagona Book" panose="020205030505050202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Sagona Book" panose="020205030505050202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t>The Charm That Took the Shoes</a:t>
            </a:r>
          </a:p>
        </p:txBody>
      </p:sp>
      <p:sp>
        <p:nvSpPr>
          <p:cNvPr id="3" name="Subtitle 2"/>
          <p:cNvSpPr>
            <a:spLocks noGrp="1"/>
          </p:cNvSpPr>
          <p:nvPr>
            <p:ph type="subTitle" idx="1"/>
          </p:nvPr>
        </p:nvSpPr>
        <p:spPr/>
        <p:txBody>
          <a:bodyPr wrap="square"/>
          <a:lstStyle/>
          <a:p>
            <a:r>
              <a:t>He does not break the gate - he charms the heart off one Word</a:t>
            </a:r>
          </a:p>
          <a:p>
            <a:r>
              <a:t>Guy Baseke / Grace Message Tabernacle</a:t>
            </a:r>
          </a:p>
          <a:p>
            <a:r>
              <a:t>Serpent Seed Series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Opening Question</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p:txBody>
      </p:sp>
      <p:sp>
        <p:nvSpPr>
          <p:cNvPr id="3" name="Text Placeholder 2"/>
          <p:cNvSpPr>
            <a:spLocks noGrp="1"/>
          </p:cNvSpPr>
          <p:nvPr>
            <p:ph type="body" idx="14" sz="quarter"/>
          </p:nvPr>
        </p:nvSpPr>
        <p:spPr/>
        <p:txBody>
          <a:bodyPr wrap="square"/>
          <a:lstStyle/>
          <a:p>
            <a:r>
              <a:t>How did the liar get past me - was it flattery or enchantment that he used - and where do I fortify myself so that I am never beguiled again?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Foundation Scriptures</a:t>
            </a:r>
          </a:p>
        </p:txBody>
      </p:sp>
      <p:sp>
        <p:nvSpPr>
          <p:cNvPr id="3" name="Content Placeholder 2"/>
          <p:cNvSpPr>
            <a:spLocks noGrp="1"/>
          </p:cNvSpPr>
          <p:nvPr>
            <p:ph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Genesis 3:13</a:t>
            </a:r>
          </a:p>
        </p:txBody>
      </p:sp>
      <p:sp>
        <p:nvSpPr>
          <p:cNvPr id="3" name="Text Placeholder 2"/>
          <p:cNvSpPr>
            <a:spLocks noGrp="1"/>
          </p:cNvSpPr>
          <p:nvPr>
            <p:ph type="body" idx="14" sz="quarter"/>
          </p:nvPr>
        </p:nvSpPr>
        <p:spPr/>
        <p:txBody>
          <a:bodyPr wrap="square"/>
          <a:lstStyle/>
          <a:p>
            <a:r>
              <a:t>And the LORD God said unto the woman, What is this that thou hast done? And the woman said, The serpent beguiled me, and I did eat.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Daniel 11:21</a:t>
            </a:r>
          </a:p>
        </p:txBody>
      </p:sp>
      <p:sp>
        <p:nvSpPr>
          <p:cNvPr id="3" name="Text Placeholder 2"/>
          <p:cNvSpPr>
            <a:spLocks noGrp="1"/>
          </p:cNvSpPr>
          <p:nvPr>
            <p:ph type="body" idx="14" sz="quarter"/>
          </p:nvPr>
        </p:nvSpPr>
        <p:spPr/>
        <p:txBody>
          <a:bodyPr wrap="square"/>
          <a:lstStyle/>
          <a:p>
            <a:r>
              <a:t>And in his estate shall stand up a vile person, to whom they shall not give the honour of the kingdom: but he shall come in peaceably, and obtain the kingdom by flatteries.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Daniel 11:32</a:t>
            </a:r>
          </a:p>
        </p:txBody>
      </p:sp>
      <p:sp>
        <p:nvSpPr>
          <p:cNvPr id="3" name="Text Placeholder 2"/>
          <p:cNvSpPr>
            <a:spLocks noGrp="1"/>
          </p:cNvSpPr>
          <p:nvPr>
            <p:ph type="body" idx="14" sz="quarter"/>
          </p:nvPr>
        </p:nvSpPr>
        <p:spPr/>
        <p:txBody>
          <a:bodyPr wrap="square"/>
          <a:lstStyle/>
          <a:p>
            <a:r>
              <a:t>And such as do wickedly against the covenant shall he corrupt by flatteries: but the people that do know their God shall be strong, and do exploits.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Genesis 3:15</a:t>
            </a:r>
          </a:p>
        </p:txBody>
      </p:sp>
      <p:sp>
        <p:nvSpPr>
          <p:cNvPr id="3" name="Text Placeholder 2"/>
          <p:cNvSpPr>
            <a:spLocks noGrp="1"/>
          </p:cNvSpPr>
          <p:nvPr>
            <p:ph type="body" idx="14" sz="quarter"/>
          </p:nvPr>
        </p:nvSpPr>
        <p:spPr/>
        <p:txBody>
          <a:bodyPr wrap="square"/>
          <a:lstStyle/>
          <a:p>
            <a:r>
              <a:t>And I will put enmity between thee and the woman, and between thy seed and her seed; it shall bruise thy head, and thou shalt bruise his heel.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This Hour - The Same Whisper  (1/2)</a:t>
            </a:r>
          </a:p>
        </p:txBody>
      </p:sp>
      <p:sp>
        <p:nvSpPr>
          <p:cNvPr id="3" name="Text Placeholder 2"/>
          <p:cNvSpPr>
            <a:spLocks noGrp="1"/>
          </p:cNvSpPr>
          <p:nvPr>
            <p:ph type="body" idx="14" sz="quarter"/>
          </p:nvPr>
        </p:nvSpPr>
        <p:spPr/>
        <p:txBody>
          <a:bodyPr wrap="square"/>
          <a:lstStyle/>
          <a:p>
            <a:r>
              <a:t>Same subtle spirit whispers in this last hour</a:t>
            </a:r>
          </a:p>
          <a:p>
            <a:r>
              <a:t>Jesus warned it would deceive the very elect</a:t>
            </a:r>
          </a:p>
          <a:p>
            <a:r>
              <a:t>Not crude sin - a polished, religious lie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This Hour - The Same Whisper  (2/2)</a:t>
            </a:r>
          </a:p>
        </p:txBody>
      </p:sp>
      <p:sp>
        <p:nvSpPr>
          <p:cNvPr id="3" name="Text Placeholder 2"/>
          <p:cNvSpPr>
            <a:spLocks noGrp="1"/>
          </p:cNvSpPr>
          <p:nvPr>
            <p:ph type="body" idx="14" sz="quarter"/>
          </p:nvPr>
        </p:nvSpPr>
        <p:spPr/>
        <p:txBody>
          <a:bodyPr wrap="square"/>
          <a:lstStyle/>
          <a:p>
            <a:r>
              <a:t>Daniel saw it: vile person obtains by flatteries</a:t>
            </a:r>
          </a:p>
          <a:p>
            <a:r>
              <a:t>The Bride is separated by holding every Word</a:t>
            </a:r>
          </a:p>
          <a:p>
            <a:r>
              <a:t>This message hedges the flock before the deceiver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1958-09-28 - The Serpent's Seed - para 71  (1/3)</a:t>
            </a:r>
          </a:p>
        </p:txBody>
      </p:sp>
      <p:sp>
        <p:nvSpPr>
          <p:cNvPr id="3" name="Text Placeholder 2"/>
          <p:cNvSpPr>
            <a:spLocks noGrp="1"/>
          </p:cNvSpPr>
          <p:nvPr>
            <p:ph type="body" idx="14" sz="quarter"/>
          </p:nvPr>
        </p:nvSpPr>
        <p:spPr/>
        <p:txBody>
          <a:bodyPr wrap="square"/>
          <a:lstStyle/>
          <a:p>
            <a:r>
              <a:t>And there he was. And when he did, God said, begin to call for Eve and Adam. And he said, "I was naked." And He said, "Who told you you was naked?" Then they begin to--in army fashion, passing the buck.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1958-09-28 - The Serpent's Seed - para 71  (2/3)</a:t>
            </a:r>
          </a:p>
        </p:txBody>
      </p:sp>
      <p:sp>
        <p:nvSpPr>
          <p:cNvPr id="3" name="Text Placeholder 2"/>
          <p:cNvSpPr>
            <a:spLocks noGrp="1"/>
          </p:cNvSpPr>
          <p:nvPr>
            <p:ph type="body" idx="14" sz="quarter"/>
          </p:nvPr>
        </p:nvSpPr>
        <p:spPr/>
        <p:txBody>
          <a:bodyPr wrap="square"/>
          <a:lstStyle/>
          <a:p>
            <a:r>
              <a:t>Said, "Well, the woman You gave me done it. She was the one who persuaded me." And she said, "The serpent give me an apple." All right, preacher, get next to yourself. She said, "The serpent beguiled me." Do you know what "beguile" means?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1958-09-28 - The Serpent's Seed - para 71  (3/3)</a:t>
            </a:r>
          </a:p>
        </p:txBody>
      </p:sp>
      <p:sp>
        <p:nvSpPr>
          <p:cNvPr id="3" name="Text Placeholder 2"/>
          <p:cNvSpPr>
            <a:spLocks noGrp="1"/>
          </p:cNvSpPr>
          <p:nvPr>
            <p:ph type="body" idx="14" sz="quarter"/>
          </p:nvPr>
        </p:nvSpPr>
        <p:spPr/>
        <p:txBody>
          <a:bodyPr wrap="square"/>
          <a:lstStyle/>
          <a:p>
            <a:r>
              <a:t>Means "defiled." The... The devil never gave her an apple. "The serpent has beguiled me." And then the curse came.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1 - He Does Not Break In</a:t>
            </a:r>
          </a:p>
        </p:txBody>
      </p:sp>
      <p:sp>
        <p:nvSpPr>
          <p:cNvPr id="3" name="Content Placeholder 2"/>
          <p:cNvSpPr>
            <a:spLocks noGrp="1"/>
          </p:cNvSpPr>
          <p:nvPr>
            <p:ph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Genesis 3:1</a:t>
            </a:r>
          </a:p>
        </p:txBody>
      </p:sp>
      <p:sp>
        <p:nvSpPr>
          <p:cNvPr id="3" name="Text Placeholder 2"/>
          <p:cNvSpPr>
            <a:spLocks noGrp="1"/>
          </p:cNvSpPr>
          <p:nvPr>
            <p:ph type="body" idx="14" sz="quarter"/>
          </p:nvPr>
        </p:nvSpPr>
        <p:spPr/>
        <p:txBody>
          <a:bodyPr wrap="square"/>
          <a:lstStyle/>
          <a:p>
            <a:r>
              <a:t>Now the serpent was more subtil than any beast of the field which the LORD God had made.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Genesis 3:13</a:t>
            </a:r>
          </a:p>
        </p:txBody>
      </p:sp>
      <p:sp>
        <p:nvSpPr>
          <p:cNvPr id="3" name="Text Placeholder 2"/>
          <p:cNvSpPr>
            <a:spLocks noGrp="1"/>
          </p:cNvSpPr>
          <p:nvPr>
            <p:ph type="body" idx="14" sz="quarter"/>
          </p:nvPr>
        </p:nvSpPr>
        <p:spPr/>
        <p:txBody>
          <a:bodyPr wrap="square"/>
          <a:lstStyle/>
          <a:p>
            <a:r>
              <a:t>And the LORD God said unto the woman, What is this that thou hast done? And the woman said, The serpent beguiled me, and I did eat.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1 - Key Points  (1/2)</a:t>
            </a:r>
          </a:p>
        </p:txBody>
      </p:sp>
      <p:sp>
        <p:nvSpPr>
          <p:cNvPr id="3" name="Content Placeholder 2"/>
          <p:cNvSpPr>
            <a:spLocks noGrp="1"/>
          </p:cNvSpPr>
          <p:nvPr>
            <p:ph idx="1"/>
          </p:nvPr>
        </p:nvSpPr>
        <p:spPr/>
        <p:txBody>
          <a:bodyPr wrap="square"/>
          <a:lstStyle/>
          <a:p>
            <a:r>
              <a:t>"Beguile" means "defiled" - it leaves a mark inside</a:t>
            </a:r>
          </a:p>
          <a:p>
            <a:r>
              <a:t>Serpent worked through agreement, not force</a:t>
            </a:r>
          </a:p>
          <a:p>
            <a:r>
              <a:t>Most subtil - reasonable, pleasant, warm voice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1 - Key Points  (2/2)</a:t>
            </a:r>
          </a:p>
        </p:txBody>
      </p:sp>
      <p:sp>
        <p:nvSpPr>
          <p:cNvPr id="3" name="Content Placeholder 2"/>
          <p:cNvSpPr>
            <a:spLocks noGrp="1"/>
          </p:cNvSpPr>
          <p:nvPr>
            <p:ph idx="1"/>
          </p:nvPr>
        </p:nvSpPr>
        <p:spPr/>
        <p:txBody>
          <a:bodyPr wrap="square"/>
          <a:lstStyle/>
          <a:p>
            <a:r>
              <a:t>Charm holds only while you give it attention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1958-10-03 - Looking at the unseen - para 32  (1/4)</a:t>
            </a:r>
          </a:p>
        </p:txBody>
      </p:sp>
      <p:sp>
        <p:nvSpPr>
          <p:cNvPr id="3" name="Text Placeholder 2"/>
          <p:cNvSpPr>
            <a:spLocks noGrp="1"/>
          </p:cNvSpPr>
          <p:nvPr>
            <p:ph type="body" idx="14" sz="quarter"/>
          </p:nvPr>
        </p:nvSpPr>
        <p:spPr/>
        <p:txBody>
          <a:bodyPr wrap="square"/>
          <a:lstStyle/>
          <a:p>
            <a:r>
              <a:t>I am told that a snake can catch the eye of a bird and charm that bird with its enchantments, and the stare of its eyes, until such a way, if that bird will give the snake its attention for just a few minutes, that bird will flutter 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1958-10-03 - Looking at the unseen - para 32  (2/4)</a:t>
            </a:r>
          </a:p>
        </p:txBody>
      </p:sp>
      <p:sp>
        <p:nvSpPr>
          <p:cNvPr id="3" name="Text Placeholder 2"/>
          <p:cNvSpPr>
            <a:spLocks noGrp="1"/>
          </p:cNvSpPr>
          <p:nvPr>
            <p:ph type="body" idx="14" sz="quarter"/>
          </p:nvPr>
        </p:nvSpPr>
        <p:spPr/>
        <p:txBody>
          <a:bodyPr wrap="square"/>
          <a:lstStyle/>
          <a:p>
            <a:r>
              <a:t>completely become paralyzed. And the snake will take the bird.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1958-10-03 - Looking at the unseen - para 32  (3/4)</a:t>
            </a:r>
          </a:p>
        </p:txBody>
      </p:sp>
      <p:sp>
        <p:nvSpPr>
          <p:cNvPr id="3" name="Text Placeholder 2"/>
          <p:cNvSpPr>
            <a:spLocks noGrp="1"/>
          </p:cNvSpPr>
          <p:nvPr>
            <p:ph type="body" idx="14" sz="quarter"/>
          </p:nvPr>
        </p:nvSpPr>
        <p:spPr/>
        <p:txBody>
          <a:bodyPr wrap="square"/>
          <a:lstStyle/>
          <a:p>
            <a:r>
              <a:t>And I can believe that, because I know of another serpent, the devil, that if he could ever catch the eye with his enchantments, with your modern rock-n-roll, and all your fandangles of the world, if he can ever catch you, young lady or young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1958-10-03 - Looking at the unseen - para 32  (4/4)</a:t>
            </a:r>
          </a:p>
        </p:txBody>
      </p:sp>
      <p:sp>
        <p:nvSpPr>
          <p:cNvPr id="3" name="Text Placeholder 2"/>
          <p:cNvSpPr>
            <a:spLocks noGrp="1"/>
          </p:cNvSpPr>
          <p:nvPr>
            <p:ph type="body" idx="14" sz="quarter"/>
          </p:nvPr>
        </p:nvSpPr>
        <p:spPr/>
        <p:txBody>
          <a:bodyPr wrap="square"/>
          <a:lstStyle/>
          <a:p>
            <a:r>
              <a:t>man, just long enough to get his charm in you, you'll flutter, but you can't get loose. He'll hold you till he swallows you up in sin.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2 - The Weapon Was Flattery</a:t>
            </a:r>
          </a:p>
        </p:txBody>
      </p:sp>
      <p:sp>
        <p:nvSpPr>
          <p:cNvPr id="3" name="Content Placeholder 2"/>
          <p:cNvSpPr>
            <a:spLocks noGrp="1"/>
          </p:cNvSpPr>
          <p:nvPr>
            <p:ph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Daniel 11:21</a:t>
            </a:r>
          </a:p>
        </p:txBody>
      </p:sp>
      <p:sp>
        <p:nvSpPr>
          <p:cNvPr id="3" name="Text Placeholder 2"/>
          <p:cNvSpPr>
            <a:spLocks noGrp="1"/>
          </p:cNvSpPr>
          <p:nvPr>
            <p:ph type="body" idx="14" sz="quarter"/>
          </p:nvPr>
        </p:nvSpPr>
        <p:spPr/>
        <p:txBody>
          <a:bodyPr wrap="square"/>
          <a:lstStyle/>
          <a:p>
            <a:r>
              <a:t>And in his estate shall stand up a vile person, to whom they shall not give the honour of the kingdom: but he shall come in peaceably, and obtain the kingdom by flatteries.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Genesis 3:4-5</a:t>
            </a:r>
          </a:p>
        </p:txBody>
      </p:sp>
      <p:sp>
        <p:nvSpPr>
          <p:cNvPr id="3" name="Text Placeholder 2"/>
          <p:cNvSpPr>
            <a:spLocks noGrp="1"/>
          </p:cNvSpPr>
          <p:nvPr>
            <p:ph type="body" idx="14" sz="quarter"/>
          </p:nvPr>
        </p:nvSpPr>
        <p:spPr/>
        <p:txBody>
          <a:bodyPr wrap="square"/>
          <a:lstStyle/>
          <a:p>
            <a:r>
              <a:t>And the serpent said unto the woman, Ye shall not surely die... ye shall be as gods, knowing good and evil.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2 - Key Points</a:t>
            </a:r>
          </a:p>
        </p:txBody>
      </p:sp>
      <p:sp>
        <p:nvSpPr>
          <p:cNvPr id="3" name="Content Placeholder 2"/>
          <p:cNvSpPr>
            <a:spLocks noGrp="1"/>
          </p:cNvSpPr>
          <p:nvPr>
            <p:ph idx="1"/>
          </p:nvPr>
        </p:nvSpPr>
        <p:spPr/>
        <p:txBody>
          <a:bodyPr wrap="square"/>
          <a:lstStyle/>
          <a:p>
            <a:r>
              <a:t>Flattery is the antichrist's diplomacy</a:t>
            </a:r>
          </a:p>
          <a:p>
            <a:r>
              <a:t>"Come in peaceably" is the wolf's disguise</a:t>
            </a:r>
          </a:p>
          <a:p>
            <a:r>
              <a:t>Every offer is a promotion off your Word-place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1963-03-18 - Seals 3: The First Seal - para 137  (1/3)</a:t>
            </a:r>
          </a:p>
        </p:txBody>
      </p:sp>
      <p:sp>
        <p:nvSpPr>
          <p:cNvPr id="3" name="Text Placeholder 2"/>
          <p:cNvSpPr>
            <a:spLocks noGrp="1"/>
          </p:cNvSpPr>
          <p:nvPr>
            <p:ph type="body" idx="14" sz="quarter"/>
          </p:nvPr>
        </p:nvSpPr>
        <p:spPr/>
        <p:txBody>
          <a:bodyPr wrap="square"/>
          <a:lstStyle/>
          <a:p>
            <a:r>
              <a:t>Incarnate, he become a man and then they crowned him. Read, notice... or read rather, how Daniel said "he will take over the church kingdoms." Let's go back to Daniel just a moment.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1963-03-18 - Seals 3: The First Seal - para 137  (2/3)</a:t>
            </a:r>
          </a:p>
        </p:txBody>
      </p:sp>
      <p:sp>
        <p:nvSpPr>
          <p:cNvPr id="3" name="Text Placeholder 2"/>
          <p:cNvSpPr>
            <a:spLocks noGrp="1"/>
          </p:cNvSpPr>
          <p:nvPr>
            <p:ph type="body" idx="14" sz="quarter"/>
          </p:nvPr>
        </p:nvSpPr>
        <p:spPr/>
        <p:txBody>
          <a:bodyPr wrap="square"/>
          <a:lstStyle/>
          <a:p>
            <a:r>
              <a:t>Let's get Daniel the 11th chapter, and let's take the 21st verse. Daniel is speaking now how this fellow is going to take over.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1963-03-18 - Seals 3: The First Seal - para 137  (3/3)</a:t>
            </a:r>
          </a:p>
        </p:txBody>
      </p:sp>
      <p:sp>
        <p:nvSpPr>
          <p:cNvPr id="3" name="Text Placeholder 2"/>
          <p:cNvSpPr>
            <a:spLocks noGrp="1"/>
          </p:cNvSpPr>
          <p:nvPr>
            <p:ph type="body" idx="14" sz="quarter"/>
          </p:nvPr>
        </p:nvSpPr>
        <p:spPr/>
        <p:txBody>
          <a:bodyPr wrap="square"/>
          <a:lstStyle/>
          <a:p>
            <a:r>
              <a:t>And in his estate shall stand up a vile person [Rome talking], to whom they shall not give the honour of the kingdom [now, watch]: but he shall come in peaceable, and obtain the kingdom by flatteries.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3 - One Word Off</a:t>
            </a:r>
          </a:p>
        </p:txBody>
      </p:sp>
      <p:sp>
        <p:nvSpPr>
          <p:cNvPr id="3" name="Content Placeholder 2"/>
          <p:cNvSpPr>
            <a:spLocks noGrp="1"/>
          </p:cNvSpPr>
          <p:nvPr>
            <p:ph idx="1"/>
          </p:nvPr>
        </p:nvSpPr>
        <p:spPr/>
        <p:txBody>
          <a:bodyP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Genesis 3:1</a:t>
            </a:r>
          </a:p>
        </p:txBody>
      </p:sp>
      <p:sp>
        <p:nvSpPr>
          <p:cNvPr id="3" name="Text Placeholder 2"/>
          <p:cNvSpPr>
            <a:spLocks noGrp="1"/>
          </p:cNvSpPr>
          <p:nvPr>
            <p:ph type="body" idx="14" sz="quarter"/>
          </p:nvPr>
        </p:nvSpPr>
        <p:spPr/>
        <p:txBody>
          <a:bodyPr wrap="square"/>
          <a:lstStyle/>
          <a:p>
            <a:r>
              <a:t>Yea, hath God said, Ye shall not eat of every tree of the garden?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Genesis 3:4</a:t>
            </a:r>
          </a:p>
        </p:txBody>
      </p:sp>
      <p:sp>
        <p:nvSpPr>
          <p:cNvPr id="3" name="Text Placeholder 2"/>
          <p:cNvSpPr>
            <a:spLocks noGrp="1"/>
          </p:cNvSpPr>
          <p:nvPr>
            <p:ph type="body" idx="14" sz="quarter"/>
          </p:nvPr>
        </p:nvSpPr>
        <p:spPr/>
        <p:txBody>
          <a:bodyPr wrap="square"/>
          <a:lstStyle/>
          <a:p>
            <a:r>
              <a:t>And the serpent said unto the woman, Ye shall not surely die.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3 - Key Points</a:t>
            </a:r>
          </a:p>
        </p:txBody>
      </p:sp>
      <p:sp>
        <p:nvSpPr>
          <p:cNvPr id="3" name="Content Placeholder 2"/>
          <p:cNvSpPr>
            <a:spLocks noGrp="1"/>
          </p:cNvSpPr>
          <p:nvPr>
            <p:ph idx="1"/>
          </p:nvPr>
        </p:nvSpPr>
        <p:spPr/>
        <p:txBody>
          <a:bodyPr wrap="square"/>
          <a:lstStyle/>
          <a:p>
            <a:r>
              <a:t>Weapon was God's Word with one word moved</a:t>
            </a:r>
          </a:p>
          <a:p>
            <a:r>
              <a:t>"More light" - the deceiver's favourite disguise</a:t>
            </a:r>
          </a:p>
          <a:p>
            <a:r>
              <a:t>Fall was a change of focus, not faith</a:t>
            </a:r>
          </a:p>
          <a:p>
            <a:r>
              <a:t>From "that settles it" to "maybe"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1963-04-21 - Victory Day - para 33  (1/4)</a:t>
            </a:r>
          </a:p>
        </p:txBody>
      </p:sp>
      <p:sp>
        <p:nvSpPr>
          <p:cNvPr id="3" name="Text Placeholder 2"/>
          <p:cNvSpPr>
            <a:spLocks noGrp="1"/>
          </p:cNvSpPr>
          <p:nvPr>
            <p:ph type="body" idx="14" sz="quarter"/>
          </p:nvPr>
        </p:nvSpPr>
        <p:spPr/>
        <p:txBody>
          <a:bodyPr wrap="square"/>
          <a:lstStyle/>
          <a:p>
            <a:r>
              <a:t>That's the thing that broke the fellowship in Eden, is because that Eve failed to keep the focus of her looking on God's word, and listened to the reasonings of the enemy, see. See? If she'd just stayed right with, "God said so, that settles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1963-04-21 - Victory Day - para 33  (2/4)</a:t>
            </a:r>
          </a:p>
        </p:txBody>
      </p:sp>
      <p:sp>
        <p:nvSpPr>
          <p:cNvPr id="3" name="Text Placeholder 2"/>
          <p:cNvSpPr>
            <a:spLocks noGrp="1"/>
          </p:cNvSpPr>
          <p:nvPr>
            <p:ph type="body" idx="14" sz="quarter"/>
          </p:nvPr>
        </p:nvSpPr>
        <p:spPr/>
        <p:txBody>
          <a:bodyPr wrap="square"/>
          <a:lstStyle/>
          <a:p>
            <a:r>
              <a:t>God said so." But she didn't want to do that, see. She changed the focus of her glass and began to see instead of being just one way, there become two ways, see. She saw, "Well now, maybe this man could be right. Maybe he is right.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1963-04-21 - Victory Day - para 33  (3/4)</a:t>
            </a:r>
          </a:p>
        </p:txBody>
      </p:sp>
      <p:sp>
        <p:nvSpPr>
          <p:cNvPr id="3" name="Text Placeholder 2"/>
          <p:cNvSpPr>
            <a:spLocks noGrp="1"/>
          </p:cNvSpPr>
          <p:nvPr>
            <p:ph type="body" idx="14" sz="quarter"/>
          </p:nvPr>
        </p:nvSpPr>
        <p:spPr/>
        <p:txBody>
          <a:bodyPr wrap="square"/>
          <a:lstStyle/>
          <a:p>
            <a:r>
              <a:t>Now we know God is right; and maybe he's right. This is just more light on what God said." You see there? There's the same thing happens today, exactly right back to the same spot, see. You see two ideas; there's only one.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1963-04-21 - Victory Day - para 33  (4/4)</a:t>
            </a:r>
          </a:p>
        </p:txBody>
      </p:sp>
      <p:sp>
        <p:nvSpPr>
          <p:cNvPr id="3" name="Text Placeholder 2"/>
          <p:cNvSpPr>
            <a:spLocks noGrp="1"/>
          </p:cNvSpPr>
          <p:nvPr>
            <p:ph type="body" idx="14" sz="quarter"/>
          </p:nvPr>
        </p:nvSpPr>
        <p:spPr/>
        <p:txBody>
          <a:bodyPr wrap="square"/>
          <a:lstStyle/>
          <a:p>
            <a:r>
              <a:t>There's not no creed, it's the Word. It's God's word, God's purpose, God's plan. All other plans are no good. That ... and Eve did this evil thing.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4 - The Serpent Rode In</a:t>
            </a:r>
          </a:p>
        </p:txBody>
      </p:sp>
      <p:sp>
        <p:nvSpPr>
          <p:cNvPr id="3" name="Content Placeholder 2"/>
          <p:cNvSpPr>
            <a:spLocks noGrp="1"/>
          </p:cNvSpPr>
          <p:nvPr>
            <p:ph idx="1"/>
          </p:nvPr>
        </p:nvSpPr>
        <p:spPr/>
        <p:txBody>
          <a:bodyPr/>
          <a:lstStyle/>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Revelation 6:2</a:t>
            </a:r>
          </a:p>
        </p:txBody>
      </p:sp>
      <p:sp>
        <p:nvSpPr>
          <p:cNvPr id="3" name="Text Placeholder 2"/>
          <p:cNvSpPr>
            <a:spLocks noGrp="1"/>
          </p:cNvSpPr>
          <p:nvPr>
            <p:ph type="body" idx="14" sz="quarter"/>
          </p:nvPr>
        </p:nvSpPr>
        <p:spPr/>
        <p:txBody>
          <a:bodyPr wrap="square"/>
          <a:lstStyle/>
          <a:p>
            <a:r>
              <a:t>And I saw, and behold a white horse: and he that sat on him had a bow; and a crown was given unto him: and he went forth conquering, and to conquer.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Revelation 2:15</a:t>
            </a:r>
          </a:p>
        </p:txBody>
      </p:sp>
      <p:sp>
        <p:nvSpPr>
          <p:cNvPr id="3" name="Text Placeholder 2"/>
          <p:cNvSpPr>
            <a:spLocks noGrp="1"/>
          </p:cNvSpPr>
          <p:nvPr>
            <p:ph type="body" idx="14" sz="quarter"/>
          </p:nvPr>
        </p:nvSpPr>
        <p:spPr/>
        <p:txBody>
          <a:bodyPr wrap="square"/>
          <a:lstStyle/>
          <a:p>
            <a:r>
              <a:t>So hast thou also them that hold the doctrine of the Nicolaitanes, which thing I hate.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4 - Key Points</a:t>
            </a:r>
          </a:p>
        </p:txBody>
      </p:sp>
      <p:sp>
        <p:nvSpPr>
          <p:cNvPr id="3" name="Content Placeholder 2"/>
          <p:cNvSpPr>
            <a:spLocks noGrp="1"/>
          </p:cNvSpPr>
          <p:nvPr>
            <p:ph idx="1"/>
          </p:nvPr>
        </p:nvSpPr>
        <p:spPr/>
        <p:txBody>
          <a:bodyPr wrap="square"/>
          <a:lstStyle/>
          <a:p>
            <a:r>
              <a:t>White horse rider: the antichrist spirit</a:t>
            </a:r>
          </a:p>
          <a:p>
            <a:r>
              <a:t>"Surely He won't do that" - same voice, organized</a:t>
            </a:r>
          </a:p>
          <a:p>
            <a:r>
              <a:t>Rode in a teacher; was handed a crown</a:t>
            </a:r>
          </a:p>
          <a:p>
            <a:r>
              <a:t>Beguiled church from Nicaea to today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1963-03-20 - Seals 5: The Third Seal - para 104  (1/4)</a:t>
            </a:r>
          </a:p>
        </p:txBody>
      </p:sp>
      <p:sp>
        <p:nvSpPr>
          <p:cNvPr id="3" name="Text Placeholder 2"/>
          <p:cNvSpPr>
            <a:spLocks noGrp="1"/>
          </p:cNvSpPr>
          <p:nvPr>
            <p:ph type="body" idx="14" sz="quarter"/>
          </p:nvPr>
        </p:nvSpPr>
        <p:spPr/>
        <p:txBody>
          <a:bodyPr wrap="square"/>
          <a:lstStyle/>
          <a:p>
            <a:r>
              <a:t>Now, first stage---white horse. He was just a teacher, but an antichrist spirit in its doctrine and its quality. It was innocent. It couldn't hurt nothing, seemed like. Just going on... That's the way Satan comes in. Oh, he's a slick bird.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1963-03-20 - Seals 5: The Third Seal - para 104  (2/4)</a:t>
            </a:r>
          </a:p>
        </p:txBody>
      </p:sp>
      <p:sp>
        <p:nvSpPr>
          <p:cNvPr id="3" name="Text Placeholder 2"/>
          <p:cNvSpPr>
            <a:spLocks noGrp="1"/>
          </p:cNvSpPr>
          <p:nvPr>
            <p:ph type="body" idx="14" sz="quarter"/>
          </p:nvPr>
        </p:nvSpPr>
        <p:spPr/>
        <p:txBody>
          <a:bodyPr wrap="square"/>
          <a:lstStyle/>
          <a:p>
            <a:r>
              <a:t>He told Eve, "Now, you know you're looking for wisdom. You don't know what's right and wrong." And said, "The fruit is very pleasant. It's good. You should take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1963-03-20 - Seals 5: The Third Seal - para 104  (3/4)</a:t>
            </a:r>
          </a:p>
        </p:txBody>
      </p:sp>
      <p:sp>
        <p:nvSpPr>
          <p:cNvPr id="3" name="Text Placeholder 2"/>
          <p:cNvSpPr>
            <a:spLocks noGrp="1"/>
          </p:cNvSpPr>
          <p:nvPr>
            <p:ph type="body" idx="14" sz="quarter"/>
          </p:nvPr>
        </p:nvSpPr>
        <p:spPr/>
        <p:txBody>
          <a:bodyPr wrap="square"/>
          <a:lstStyle/>
          <a:p>
            <a:r>
              <a:t>Now you don't know whether it is or not, do you?" "No, I don't, but God said not to do it." "Surely He won't to do that." Just as sweet as it could be. Look what it did.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1963-03-20 - Seals 5: The Third Seal - para 104  (4/4)</a:t>
            </a:r>
          </a:p>
        </p:txBody>
      </p:sp>
      <p:sp>
        <p:nvSpPr>
          <p:cNvPr id="3" name="Text Placeholder 2"/>
          <p:cNvSpPr>
            <a:spLocks noGrp="1"/>
          </p:cNvSpPr>
          <p:nvPr>
            <p:ph type="body" idx="14" sz="quarter"/>
          </p:nvPr>
        </p:nvSpPr>
        <p:spPr/>
        <p:txBody>
          <a:bodyPr wrap="square"/>
          <a:lstStyle/>
          <a:p>
            <a:r>
              <a:t>Watch this antichrist spirit rise up amongst the early church, a doctrine of Nicolaitanes. "Nico," conquer the laity, make a holy man. "Why, we just want fellowship. We ought to make a lodge out of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5 - Where the Bride Fortifies</a:t>
            </a:r>
          </a:p>
        </p:txBody>
      </p:sp>
      <p:sp>
        <p:nvSpPr>
          <p:cNvPr id="3" name="Content Placeholder 2"/>
          <p:cNvSpPr>
            <a:spLocks noGrp="1"/>
          </p:cNvSpPr>
          <p:nvPr>
            <p:ph idx="1"/>
          </p:nvPr>
        </p:nvSpPr>
        <p:spPr/>
        <p:txBody>
          <a:bodyPr/>
          <a:lstStyle/>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Daniel 11:32</a:t>
            </a:r>
          </a:p>
        </p:txBody>
      </p:sp>
      <p:sp>
        <p:nvSpPr>
          <p:cNvPr id="3" name="Text Placeholder 2"/>
          <p:cNvSpPr>
            <a:spLocks noGrp="1"/>
          </p:cNvSpPr>
          <p:nvPr>
            <p:ph type="body" idx="14" sz="quarter"/>
          </p:nvPr>
        </p:nvSpPr>
        <p:spPr/>
        <p:txBody>
          <a:bodyPr wrap="square"/>
          <a:lstStyle/>
          <a:p>
            <a:r>
              <a:t>And such as do wickedly against the covenant shall he corrupt by flatteries: but the people that do know their God shall be strong, and do exploits.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John 10:5, 27</a:t>
            </a:r>
          </a:p>
        </p:txBody>
      </p:sp>
      <p:sp>
        <p:nvSpPr>
          <p:cNvPr id="3" name="Text Placeholder 2"/>
          <p:cNvSpPr>
            <a:spLocks noGrp="1"/>
          </p:cNvSpPr>
          <p:nvPr>
            <p:ph type="body" idx="14" sz="quarter"/>
          </p:nvPr>
        </p:nvSpPr>
        <p:spPr/>
        <p:txBody>
          <a:bodyPr wrap="square"/>
          <a:lstStyle/>
          <a:p>
            <a:r>
              <a:t>And a stranger will they not follow, but will flee from him: for they know not the voice of strangers.</a:t>
            </a:r>
          </a:p>
          <a:p>
            <a:r>
              <a:t>My sheep hear my voice, and I know them, and they follow 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5 - Key Points  (1/2)</a:t>
            </a:r>
          </a:p>
        </p:txBody>
      </p:sp>
      <p:sp>
        <p:nvSpPr>
          <p:cNvPr id="3" name="Content Placeholder 2"/>
          <p:cNvSpPr>
            <a:spLocks noGrp="1"/>
          </p:cNvSpPr>
          <p:nvPr>
            <p:ph idx="1"/>
          </p:nvPr>
        </p:nvSpPr>
        <p:spPr/>
        <p:txBody>
          <a:bodyPr wrap="square"/>
          <a:lstStyle/>
          <a:p>
            <a:r>
              <a:t>Refuse "Yea, hath God said?" with "Thus saith the Lord"</a:t>
            </a:r>
          </a:p>
          <a:p>
            <a:r>
              <a:t>Antichrist imitates all - except confirm every Word</a:t>
            </a:r>
          </a:p>
          <a:p>
            <a:r>
              <a:t>The bird breaks the charm by lifting its head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POINT 5 - Key Points  (2/2)</a:t>
            </a:r>
          </a:p>
        </p:txBody>
      </p:sp>
      <p:sp>
        <p:nvSpPr>
          <p:cNvPr id="3" name="Content Placeholder 2"/>
          <p:cNvSpPr>
            <a:spLocks noGrp="1"/>
          </p:cNvSpPr>
          <p:nvPr>
            <p:ph idx="1"/>
          </p:nvPr>
        </p:nvSpPr>
        <p:spPr/>
        <p:txBody>
          <a:bodyPr wrap="square"/>
          <a:lstStyle/>
          <a:p>
            <a:r>
              <a:t>The Bride fixes her eyes on the Word</a:t>
            </a:r>
          </a:p>
          <a:p>
            <a:r>
              <a:t>The elect know His voice by predestination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1964-08-23 - Questions and Answers, Part 2 - para 5  (1/4)</a:t>
            </a:r>
          </a:p>
        </p:txBody>
      </p:sp>
      <p:sp>
        <p:nvSpPr>
          <p:cNvPr id="3" name="Text Placeholder 2"/>
          <p:cNvSpPr>
            <a:spLocks noGrp="1"/>
          </p:cNvSpPr>
          <p:nvPr>
            <p:ph type="body" idx="14" sz="quarter"/>
          </p:nvPr>
        </p:nvSpPr>
        <p:spPr/>
        <p:txBody>
          <a:bodyPr wrap="square"/>
          <a:lstStyle/>
          <a:p>
            <a:r>
              <a:t>Now, can't you see that you can't put your trust in healing campaigns? You can't put your trust in any kind of a sign like that. The only thing you can put your trust in is thus saith the Lord from the Bible.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1964-08-23 - Questions and Answers, Part 2 - para 5  (2/4)</a:t>
            </a:r>
          </a:p>
        </p:txBody>
      </p:sp>
      <p:sp>
        <p:nvSpPr>
          <p:cNvPr id="3" name="Text Placeholder 2"/>
          <p:cNvSpPr>
            <a:spLocks noGrp="1"/>
          </p:cNvSpPr>
          <p:nvPr>
            <p:ph type="body" idx="14" sz="quarter"/>
          </p:nvPr>
        </p:nvSpPr>
        <p:spPr/>
        <p:txBody>
          <a:bodyPr wrap="square"/>
          <a:lstStyle/>
          <a:p>
            <a:r>
              <a:t>Now, church, that is exactly where I have tried to keep you, my children. And if something happens to me and God takes me out of this earth, don't you never fail. Remember this with all your heart: stay with that Word! Don't you leave that Word!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1964-08-23 - Questions and Answers, Part 2 - para 5  (3/4)</a:t>
            </a:r>
          </a:p>
        </p:txBody>
      </p:sp>
      <p:sp>
        <p:nvSpPr>
          <p:cNvPr id="3" name="Text Placeholder 2"/>
          <p:cNvSpPr>
            <a:spLocks noGrp="1"/>
          </p:cNvSpPr>
          <p:nvPr>
            <p:ph type="body" idx="14" sz="quarter"/>
          </p:nvPr>
        </p:nvSpPr>
        <p:spPr/>
        <p:txBody>
          <a:bodyPr wrap="square"/>
          <a:lstStyle/>
          <a:p>
            <a:r>
              <a:t>Anything contrary to it, leave it alone, no matter what it is. Then you know it's right, see. He does anything that the Christ can do, but he can't confirm the Word, see.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1964-08-23 - Questions and Answers, Part 2 - para 5  (4/4)</a:t>
            </a:r>
          </a:p>
        </p:txBody>
      </p:sp>
      <p:sp>
        <p:nvSpPr>
          <p:cNvPr id="3" name="Text Placeholder 2"/>
          <p:cNvSpPr>
            <a:spLocks noGrp="1"/>
          </p:cNvSpPr>
          <p:nvPr>
            <p:ph type="body" idx="14" sz="quarter"/>
          </p:nvPr>
        </p:nvSpPr>
        <p:spPr/>
        <p:txBody>
          <a:bodyPr wrap="square"/>
          <a:lstStyle/>
          <a:p>
            <a:r>
              <a:t>He'll take part of it here and part of it here, but he can't take it altogether, see. So you see, no wonder the Bible said that would almost fool the very elected if it was possible---the antichrist spirit.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Question Answered</a:t>
            </a:r>
          </a:p>
        </p:txBody>
      </p:sp>
      <p:sp>
        <p:nvSpPr>
          <p:cNvPr id="3" name="Content Placeholder 2"/>
          <p:cNvSpPr>
            <a:spLocks noGrp="1"/>
          </p:cNvSpPr>
          <p:nvPr>
            <p:ph idx="1"/>
          </p:nvPr>
        </p:nvSpPr>
        <p:spPr/>
        <p:txBody>
          <a:bodyPr/>
          <a:lstStyle/>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How He Got Past You  (1/3)</a:t>
            </a:r>
          </a:p>
        </p:txBody>
      </p:sp>
      <p:sp>
        <p:nvSpPr>
          <p:cNvPr id="3" name="Text Placeholder 2"/>
          <p:cNvSpPr>
            <a:spLocks noGrp="1"/>
          </p:cNvSpPr>
          <p:nvPr>
            <p:ph type="body" idx="14" sz="quarter"/>
          </p:nvPr>
        </p:nvSpPr>
        <p:spPr/>
        <p:txBody>
          <a:bodyPr wrap="square"/>
          <a:lstStyle/>
          <a:p>
            <a:r>
              <a:t>He got past you the same way he got past Eve</a:t>
            </a:r>
          </a:p>
          <a:p>
            <a:r>
              <a:t>Not by force - by flattery, coming in peaceably</a:t>
            </a:r>
          </a:p>
          <a:p>
            <a:r>
              <a:t>He moved your focus off "God said so" onto a lie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How He Got Past You  (2/3)</a:t>
            </a:r>
          </a:p>
        </p:txBody>
      </p:sp>
      <p:sp>
        <p:nvSpPr>
          <p:cNvPr id="3" name="Text Placeholder 2"/>
          <p:cNvSpPr>
            <a:spLocks noGrp="1"/>
          </p:cNvSpPr>
          <p:nvPr>
            <p:ph type="body" idx="14" sz="quarter"/>
          </p:nvPr>
        </p:nvSpPr>
        <p:spPr/>
        <p:txBody>
          <a:bodyPr wrap="square"/>
          <a:lstStyle/>
          <a:p>
            <a:r>
              <a:t>Both: flattery that warmed pride, enchantment that held the eye</a:t>
            </a:r>
          </a:p>
          <a:p>
            <a:r>
              <a:t>The Word that names the weapon names the fortress</a:t>
            </a:r>
          </a:p>
          <a:p>
            <a:r>
              <a:t>"The people that do know their God shall be strong"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How He Got Past You  (3/3)</a:t>
            </a:r>
          </a:p>
        </p:txBody>
      </p:sp>
      <p:sp>
        <p:nvSpPr>
          <p:cNvPr id="3" name="Text Placeholder 2"/>
          <p:cNvSpPr>
            <a:spLocks noGrp="1"/>
          </p:cNvSpPr>
          <p:nvPr>
            <p:ph type="body" idx="14" sz="quarter"/>
          </p:nvPr>
        </p:nvSpPr>
        <p:spPr/>
        <p:txBody>
          <a:bodyPr wrap="square"/>
          <a:lstStyle/>
          <a:p>
            <a:r>
              <a:t>Fortify behind every Word - refuse the debate entirely</a:t>
            </a:r>
          </a:p>
          <a:p>
            <a:r>
              <a:t>A Redeemer already crushed the head of your beguiler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Sermon in Miniature  (1/2)</a:t>
            </a:r>
          </a:p>
        </p:txBody>
      </p:sp>
      <p:sp>
        <p:nvSpPr>
          <p:cNvPr id="3" name="Content Placeholder 2"/>
          <p:cNvSpPr>
            <a:spLocks noGrp="1"/>
          </p:cNvSpPr>
          <p:nvPr>
            <p:ph idx="1"/>
          </p:nvPr>
        </p:nvSpPr>
        <p:spPr/>
        <p:txBody>
          <a:bodyPr wrap="square"/>
          <a:lstStyle/>
          <a:p>
            <a:r>
              <a:t>P1: He beguiles the heart - never by force</a:t>
            </a:r>
          </a:p>
          <a:p>
            <a:r>
              <a:t>P2: The weapon was flattery - a lie that feels like love</a:t>
            </a:r>
          </a:p>
          <a:p>
            <a:r>
              <a:t>P3: One word off opened the fortress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Sermon in Miniature  (2/2)</a:t>
            </a:r>
          </a:p>
        </p:txBody>
      </p:sp>
      <p:sp>
        <p:nvSpPr>
          <p:cNvPr id="3" name="Content Placeholder 2"/>
          <p:cNvSpPr>
            <a:spLocks noGrp="1"/>
          </p:cNvSpPr>
          <p:nvPr>
            <p:ph idx="1"/>
          </p:nvPr>
        </p:nvSpPr>
        <p:spPr/>
        <p:txBody>
          <a:bodyPr wrap="square"/>
          <a:lstStyle/>
          <a:p>
            <a:r>
              <a:t>P4: Same serpent on a white horse - Nicaea to today</a:t>
            </a:r>
          </a:p>
          <a:p>
            <a:r>
              <a:t>P5: Bride fortifies as people who know their God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wrap="square"/>
          <a:lstStyle/>
          <a:p>
            <a:r>
              <a:t>The serpent beguiles by flattery and one word off, but the Bride is kept by every Word of God - and the heel he bruised is the heel that crushed his head.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wrap="square"/>
          <a:lstStyle/>
          <a:p>
            <a:r>
              <a:t>Closing Hymn - How Firm a Foundation</a:t>
            </a:r>
          </a:p>
        </p:txBody>
      </p:sp>
      <p:sp>
        <p:nvSpPr>
          <p:cNvPr id="3" name="Text Placeholder 2"/>
          <p:cNvSpPr>
            <a:spLocks noGrp="1"/>
          </p:cNvSpPr>
          <p:nvPr>
            <p:ph type="body" idx="14" sz="quarter"/>
          </p:nvPr>
        </p:nvSpPr>
        <p:spPr/>
        <p:txBody>
          <a:bodyPr wrap="square"/>
          <a:lstStyle/>
          <a:p>
            <a:r>
              <a:t>The whole sermon drives to one fortress</a:t>
            </a:r>
          </a:p>
          <a:p>
            <a:r>
              <a:t>"Thus saith the Lord from the Bible" - the unmoved ground</a:t>
            </a:r>
          </a:p>
          <a:p>
            <a:r>
              <a:t>The believer's whole confidence rests on God's Word</a:t>
            </a:r>
          </a:p>
          <a:p>
            <a:r>
              <a:t>It stands against every flattery and reasoning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68A8D578-1DD5-C34F-AA42-ED3EEC522F84}" vid="{526030E3-F4F7-9C41-A934-B800D212E2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TotalTime>
  <Words>751</Words>
  <Application>Microsoft Macintosh PowerPoint</Application>
  <PresentationFormat>Widescreen</PresentationFormat>
  <Paragraphs>97</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Sagona Book</vt:lpstr>
      <vt:lpstr>Office Theme</vt:lpstr>
      <vt:lpstr>God’s solutions to burnout</vt:lpstr>
      <vt:lpstr>PowerPoint Presentation</vt:lpstr>
      <vt:lpstr>PowerPoint Presentation</vt:lpstr>
      <vt:lpstr>PowerPoint Presentation</vt:lpstr>
      <vt:lpstr>PowerPoint Presentation</vt:lpstr>
      <vt:lpstr>Why</vt:lpstr>
      <vt:lpstr>Settings</vt:lpstr>
      <vt:lpstr>Settings</vt:lpstr>
      <vt:lpstr>Settings</vt:lpstr>
      <vt:lpstr>Settings</vt:lpstr>
      <vt:lpstr>Vacation</vt:lpstr>
      <vt:lpstr>For self Employed</vt:lpstr>
      <vt:lpstr>Analysis</vt:lpstr>
      <vt:lpstr>The Plot</vt:lpstr>
      <vt:lpstr>Action</vt:lpstr>
      <vt:lpstr>Develop a plan to test solution</vt:lpstr>
      <vt:lpstr>outcome</vt:lpstr>
      <vt:lpstr>Implement</vt:lpstr>
      <vt:lpstr>Exhort</vt:lpstr>
      <vt:lpstr>Rebuke</vt:lpstr>
      <vt:lpstr>Deeper Look</vt:lpstr>
      <vt:lpstr>3 Elements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Guy Baseke</dc:creator>
  <cp:lastModifiedBy>Guy Baseke</cp:lastModifiedBy>
  <cp:revision>1</cp:revision>
  <dcterms:created xsi:type="dcterms:W3CDTF">2026-04-22T00:49:37Z</dcterms:created>
  <dcterms:modified xsi:type="dcterms:W3CDTF">2026-04-22T02:16:42Z</dcterms:modified>
</cp:coreProperties>
</file>