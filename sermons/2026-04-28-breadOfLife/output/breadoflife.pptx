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F3A5F"/>
                </a:solidFill>
              </a:rPr>
              <a:t>Exodus 16:14-35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14 </a:t>
            </a:r>
            <a:r>
              <a:rPr sz="4000"/>
              <a:t>And when the dew that lay was gone up, behold, upon the face of the wilderness there lay a small round thing, as small as the hoar frost on the ground.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15 </a:t>
            </a:r>
            <a:r>
              <a:rPr sz="4000"/>
              <a:t>And when the children of Israel saw it, they said one to another, It is manna: for they wist not what it was. And Moses said unto them, This is the bread which the Lord hath given you to eat.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16 </a:t>
            </a:r>
            <a:r>
              <a:rPr sz="4000"/>
              <a:t>This is the thing which the Lord hath commanded, Gather of it every man according to his eating, an omer for every man, according to the number of your persons; take ye every man for them which are in his tents.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17 </a:t>
            </a:r>
            <a:r>
              <a:rPr sz="4000"/>
              <a:t>And the children of Israel did so, and gathered, some more, some less.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18 </a:t>
            </a:r>
            <a:r>
              <a:rPr sz="4000"/>
              <a:t>And when they did mete it with an omer, he that gathered much had nothing over, and he that gathered little had no lack; they gathered every man according to his eating.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19 </a:t>
            </a:r>
            <a:r>
              <a:rPr sz="4000"/>
              <a:t>And Moses said, Let no man leave of it till the morning.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20 </a:t>
            </a:r>
            <a:r>
              <a:rPr sz="4000"/>
              <a:t>Notwithstanding they hearkened not unto Moses; but some of them left of it until the morning, and it bred worms, and stank: and Moses was wroth with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21 </a:t>
            </a:r>
            <a:r>
              <a:rPr sz="4000"/>
              <a:t>And they gathered it every morning, every man according to his eating: and when the sun waxed hot, it melted.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22 </a:t>
            </a:r>
            <a:r>
              <a:rPr sz="4000"/>
              <a:t>And it came to pass, that on the sixth day they gathered twice as much bread, two omers for one man: and all the rulers of the congregation came and told Moses.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23 </a:t>
            </a:r>
            <a:r>
              <a:rPr sz="4000"/>
              <a:t>And he said unto them, This is that which the Lord hath said, To morrow is the rest of the holy sabbath unto the Lord: bake that which ye will bake to day, and seethe that ye will seethe; and that which remaineth over lay up for you to be kept until the morning.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24 </a:t>
            </a:r>
            <a:r>
              <a:rPr sz="4000"/>
              <a:t>And they laid it up till the morning, as Moses bade: and it did not stink, neither was there any worm therein.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25 </a:t>
            </a:r>
            <a:r>
              <a:rPr sz="4000"/>
              <a:t>And Moses said, Eat that to day; for to day is a sabbath unto the Lord: to day ye shall not find it in the field.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26 </a:t>
            </a:r>
            <a:r>
              <a:rPr sz="4000"/>
              <a:t>Six days ye shall gather it; but on the seventh day, which is the sabbath, in it there shall be none.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27 </a:t>
            </a:r>
            <a:r>
              <a:rPr sz="4000"/>
              <a:t>And it came to pass, that there went out some of the people on the seventh day for to gather, and they found none.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28 </a:t>
            </a:r>
            <a:r>
              <a:rPr sz="4000"/>
              <a:t>And the Lord said unto Moses, How long refuse ye to keep my commandments and my laws?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29 </a:t>
            </a:r>
            <a:r>
              <a:rPr sz="4000"/>
              <a:t>See, for that the Lord hath given you the sabbath, therefore he giveth you on the sixth day the bread of two days; abide ye every man in his place, let no man go out of his place on the seventh day.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30 </a:t>
            </a:r>
            <a:r>
              <a:rPr sz="4000"/>
              <a:t>So the people rested on the seventh day.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31 </a:t>
            </a:r>
            <a:r>
              <a:rPr sz="4000"/>
              <a:t>And the house of Israel called the name thereof Manna: and it was like coriander seed, white; and the taste of it was like wafers made with honey.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32 </a:t>
            </a:r>
            <a:r>
              <a:rPr sz="4000"/>
              <a:t>And Moses said, This is the thing which the Lord commandeth, Fill an omer of it to be kept for your generations; that they may see the bread wherewith I have fed you in the wilderness, when I brought you forth from the land of Egypt.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33 </a:t>
            </a:r>
            <a:r>
              <a:rPr sz="4000"/>
              <a:t>And Moses said unto Aaron, Take a pot, and put an omer full of manna therein, and lay it up before the Lord, to be kept for your generations.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34 </a:t>
            </a:r>
            <a:r>
              <a:rPr sz="4000"/>
              <a:t>As the Lord commanded Moses, so Aaron laid it up before the Testimony, to be kept.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Exodus 16:35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35 </a:t>
            </a:r>
            <a:r>
              <a:rPr sz="4000"/>
              <a:t>And the children of Israel did eat manna forty years, until they came to a land inhabited; they did eat manna, until they came unto the borders of the land of Canaan.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F3A5F"/>
                </a:solidFill>
              </a:rPr>
              <a:t>Numbers 11:6-9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Numbers 11:6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6 </a:t>
            </a:r>
            <a:r>
              <a:rPr sz="4000"/>
              <a:t>But now our soul is dried away: there is nothing at all, beside this manna, before our eyes.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Numbers 11:7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7 </a:t>
            </a:r>
            <a:r>
              <a:rPr sz="4000"/>
              <a:t>And the manna was as coriander seed, and the colour thereof as the colour of bdellium.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Numbers 11:8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8 </a:t>
            </a:r>
            <a:r>
              <a:rPr sz="4000"/>
              <a:t>And the people went about, and gathered it, and ground it in mills, or beat it in a mortar, and baked it in pans, and made cakes of it: and the taste of it was as the taste of fresh oil.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Numbers 11:9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9 </a:t>
            </a:r>
            <a:r>
              <a:rPr sz="4000"/>
              <a:t>And when the dew fell upon the camp in the night, the manna fell upon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F3A5F"/>
                </a:solidFill>
              </a:rPr>
              <a:t>John 6:26-71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26 </a:t>
            </a:r>
            <a:r>
              <a:rPr sz="4000"/>
              <a:t>Jesus answered them and said, Verily, verily, I say unto you, Ye seek me, not because ye saw the miracles, but because ye did eat of the loaves, and were filled.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27 </a:t>
            </a:r>
            <a:r>
              <a:rPr sz="4000"/>
              <a:t>Labour not for the meat which perisheth, but for that meat which endureth unto everlasting life, which the Son of man shall give unto you: for him hath God the Father sealed.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28 </a:t>
            </a:r>
            <a:r>
              <a:rPr sz="4000"/>
              <a:t>Then said they unto him, What shall we do, that we might work the works of God?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29 </a:t>
            </a:r>
            <a:r>
              <a:rPr sz="4000"/>
              <a:t>Jesus answered and said unto them, This is the work of God, that ye believe on him whom he hath sent.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30 </a:t>
            </a:r>
            <a:r>
              <a:rPr sz="4000"/>
              <a:t>They said therefore unto him, What sign shewest thou then, that we may see, and believe thee? what dost thou work?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31 </a:t>
            </a:r>
            <a:r>
              <a:rPr sz="4000"/>
              <a:t>Our fathers did eat manna in the desert; as it is written, He gave them bread from heaven to eat.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32 </a:t>
            </a:r>
            <a:r>
              <a:rPr sz="4000"/>
              <a:t>Then Jesus said unto them, Verily, verily, I say unto you, Moses gave you not that bread from heaven; but my Father giveth you the true bread from heaven.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33 </a:t>
            </a:r>
            <a:r>
              <a:rPr sz="4000"/>
              <a:t>For the bread of God is he which cometh down from heaven, and giveth life unto the world.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34 </a:t>
            </a:r>
            <a:r>
              <a:rPr sz="4000"/>
              <a:t>Then said they unto him, Lord, evermore give us this bread.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35 </a:t>
            </a:r>
            <a:r>
              <a:rPr sz="4000"/>
              <a:t>And Jesus said unto them, I am the bread of life: he that cometh to me shall never hunger; and he that believeth on me shall never thirst.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36 </a:t>
            </a:r>
            <a:r>
              <a:rPr sz="4000"/>
              <a:t>But I said unto you, That ye also have seen me, and believe not.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37 </a:t>
            </a:r>
            <a:r>
              <a:rPr sz="4000"/>
              <a:t>All that the Father giveth me shall come to me; and him that cometh to me I will in no wise cast out.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38 </a:t>
            </a:r>
            <a:r>
              <a:rPr sz="4000"/>
              <a:t>For I came down from heaven, not to do mine own will, but the will of him that sent me.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39 </a:t>
            </a:r>
            <a:r>
              <a:rPr sz="4000"/>
              <a:t>And this is the Father's will which hath sent me, that of all which he hath given me I should lose nothing, but should raise it up again at the last day.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40 </a:t>
            </a:r>
            <a:r>
              <a:rPr sz="4000"/>
              <a:t>And this is the will of him that sent me, that every one which seeth the Son, and believeth on him, may have everlasting life: and I will raise him up at the last day.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41 </a:t>
            </a:r>
            <a:r>
              <a:rPr sz="4000"/>
              <a:t>The Jews then murmured at him, because he said, I am the bread which came down from heaven.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42 </a:t>
            </a:r>
            <a:r>
              <a:rPr sz="4000"/>
              <a:t>And they said, Is not this Jesus, the son of Joseph, whose father and mother we know? how is it then that he saith, I came down from heaven?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43 </a:t>
            </a:r>
            <a:r>
              <a:rPr sz="4000"/>
              <a:t>Jesus therefore answered and said unto them, Murmur not among yourselves.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44 </a:t>
            </a:r>
            <a:r>
              <a:rPr sz="4000"/>
              <a:t>No man can come to me, except the Father which hath sent me draw him: and I will raise him up at the last day.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45 </a:t>
            </a:r>
            <a:r>
              <a:rPr sz="4000"/>
              <a:t>It is written in the prophets, And they shall be all taught of God. Every man therefore that hath heard, and hath learned of the Father, cometh unto me.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46 </a:t>
            </a:r>
            <a:r>
              <a:rPr sz="4000"/>
              <a:t>Not that any man hath seen the Father, save he which is of God, he hath seen the Father.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47 </a:t>
            </a:r>
            <a:r>
              <a:rPr sz="4000"/>
              <a:t>Verily, verily, I say unto you, He that believeth on me hath everlasting life.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48 </a:t>
            </a:r>
            <a:r>
              <a:rPr sz="4000"/>
              <a:t>I am that bread of life.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49 </a:t>
            </a:r>
            <a:r>
              <a:rPr sz="4000"/>
              <a:t>Your fathers did eat manna in the wilderness, and are dead.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50 </a:t>
            </a:r>
            <a:r>
              <a:rPr sz="4000"/>
              <a:t>This is the bread which cometh down from heaven, that a man may eat thereof, and not die.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51 </a:t>
            </a:r>
            <a:r>
              <a:rPr sz="4000"/>
              <a:t>I am the living bread which came down from heaven: if any man eat of this bread, he shall live for ever: and the bread that I will give is my flesh, which I will give for the life of the world.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52 </a:t>
            </a:r>
            <a:r>
              <a:rPr sz="4000"/>
              <a:t>The Jews therefore strove among themselves, saying, How can this man give us his flesh to eat?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53 </a:t>
            </a:r>
            <a:r>
              <a:rPr sz="4000"/>
              <a:t>Then Jesus said unto them, Verily, verily, I say unto you, Except ye eat the flesh of the Son of man, and drink his blood, ye have no life in you.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54 </a:t>
            </a:r>
            <a:r>
              <a:rPr sz="4000"/>
              <a:t>Whoso eateth my flesh, and drinketh my blood, hath eternal life; and I will raise him up at the last day.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55 </a:t>
            </a:r>
            <a:r>
              <a:rPr sz="4000"/>
              <a:t>For my flesh is meat indeed, and my blood is drink indeed.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56 </a:t>
            </a:r>
            <a:r>
              <a:rPr sz="4000"/>
              <a:t>He that eateth my flesh, and drinketh my blood, dwelleth in me, and I in him.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57 </a:t>
            </a:r>
            <a:r>
              <a:rPr sz="4000"/>
              <a:t>As the living Father hath sent me, and I live by the Father: so he that eateth me, even he shall live by me.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58 </a:t>
            </a:r>
            <a:r>
              <a:rPr sz="4000"/>
              <a:t>This is that bread which came down from heaven: not as your fathers did eat manna, and are dead: he that eateth of this bread shall live for ever.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59 </a:t>
            </a:r>
            <a:r>
              <a:rPr sz="4000"/>
              <a:t>These things said he in the synagogue, as he taught in Capernaum.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60 </a:t>
            </a:r>
            <a:r>
              <a:rPr sz="4000"/>
              <a:t>Many therefore of his disciples, when they had heard this, said, This is an hard saying; who can hear it?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61 </a:t>
            </a:r>
            <a:r>
              <a:rPr sz="4000"/>
              <a:t>When Jesus knew in himself that his disciples murmured at it, he said unto them, Doth this offend you?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62 </a:t>
            </a:r>
            <a:r>
              <a:rPr sz="4000"/>
              <a:t>What and if ye shall see the Son of man ascend up where he was before?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63 </a:t>
            </a:r>
            <a:r>
              <a:rPr sz="4000"/>
              <a:t>It is the spirit that quickeneth; the flesh profiteth nothing: the words that I speak unto you, they are spirit, and they are life.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64 </a:t>
            </a:r>
            <a:r>
              <a:rPr sz="4000"/>
              <a:t>But there are some of you that believe not. For Jesus knew from the beginning who they were that believed not, and who should betray him.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65 </a:t>
            </a:r>
            <a:r>
              <a:rPr sz="4000"/>
              <a:t>And he said, Therefore said I unto you, that no man can come unto me, except it were given unto him of my Father.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66 </a:t>
            </a:r>
            <a:r>
              <a:rPr sz="4000"/>
              <a:t>From that time many of his disciples went back, and walked no more with him.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67 </a:t>
            </a:r>
            <a:r>
              <a:rPr sz="4000"/>
              <a:t>Then said Jesus unto the twelve, Will ye also go away?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68 </a:t>
            </a:r>
            <a:r>
              <a:rPr sz="4000"/>
              <a:t>Then Simon Peter answered him, Lord, to whom shall we go? thou hast the words of eternal life.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69 </a:t>
            </a:r>
            <a:r>
              <a:rPr sz="4000"/>
              <a:t>And we believe and are sure that thou art that Christ, the Son of the living God.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70 </a:t>
            </a:r>
            <a:r>
              <a:rPr sz="4000"/>
              <a:t>Jesus answered them, Have not I chosen you twelve, and one of you is a devil?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John 6:71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/>
              <a:t>71 </a:t>
            </a:r>
            <a:r>
              <a:rPr sz="4000"/>
              <a:t>He spake of Judas Iscariot the son of Simon: for he it was that should betray him, being one of the twelve.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