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changesInfos/changesInfo1.xml" ContentType="application/vnd.ms-powerpoint.changesinfo+xml"/>
  <Override PartName="/ppt/media/image2.svg" ContentType="image/svg+xml"/>
  <Override PartName="/ppt/media/image4.svg" ContentType="image/svg+xml"/>
  <Override PartName="/ppt/media/image5.svg" ContentType="image/svg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revisionInfo.xml" ContentType="application/vnd.ms-powerpoint.revisioninfo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Masters/slideMaster1.xml" ContentType="application/vnd.openxmlformats-officedocument.presentationml.slideMaster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saveSubsetFonts="1" autoCompressPictures="0">
  <p:sldMasterIdLst>
    <p:sldMasterId id="2147483648" r:id="rId1"/>
  </p:sldMasterIdLst>
  <p:notesMasterIdLst>
    <p:notesMasterId r:id="rId25"/>
  </p:notesMasterIdLst>
  <p:sldIdLst/>
  <p:sldSz cx="12192000" cy="6858000"/>
  <p:notesSz cx="6858000" cy="9144000"/>
  <p:defaultTextStyle>
    <a:defPPr lvl="0">
      <a:defRPr lang="en-US"/>
    </a:defPPr>
    <a:lvl1pPr marL="0" lv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lvl="1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lvl="2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lvl="3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lvl="4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lvl="5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lvl="6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lvl="7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lvl="8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3817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00B0F0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A9C4D0B4-6BCC-654F-BE87-0D1AEFCFBC02}" v="5" dt="2026-04-22T02:14:50.433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20000" autoAdjust="0"/>
    <p:restoredTop sz="96327"/>
  </p:normalViewPr>
  <p:slideViewPr>
    <p:cSldViewPr snapToGrid="0">
      <p:cViewPr varScale="1">
        <p:scale>
          <a:sx n="128" d="100"/>
          <a:sy n="128" d="100"/>
        </p:scale>
        <p:origin x="200" y="176"/>
      </p:cViewPr>
      <p:guideLst>
        <p:guide orient="horz" pos="2160"/>
        <p:guide pos="3817"/>
      </p:guideLst>
    </p:cSldViewPr>
  </p:slideViewPr>
  <p:notesTextViewPr>
    <p:cViewPr>
      <p:scale>
        <a:sx n="1" d="1"/>
        <a:sy n="1" d="1"/>
      </p:scale>
      <p:origin x="0" y="0"/>
    </p:cViewPr>
  </p:notesTextViewPr>
  <p:sorterViewPr>
    <p:cViewPr varScale="1">
      <p:scale>
        <a:sx n="100" d="100"/>
        <a:sy n="100" d="100"/>
      </p:scale>
      <p:origin x="0" y="-85988"/>
    </p:cViewPr>
  </p:sorterViewPr>
  <p:gridSpacing cx="72008" cy="72008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5" Type="http://schemas.openxmlformats.org/officeDocument/2006/relationships/notesMaster" Target="notesMasters/notesMaster1.xml"/><Relationship Id="rId26" Type="http://schemas.openxmlformats.org/officeDocument/2006/relationships/presProps" Target="presProps.xml"/><Relationship Id="rId27" Type="http://schemas.openxmlformats.org/officeDocument/2006/relationships/viewProps" Target="viewProps.xml"/><Relationship Id="rId28" Type="http://schemas.openxmlformats.org/officeDocument/2006/relationships/theme" Target="theme/theme1.xml"/><Relationship Id="rId29" Type="http://schemas.openxmlformats.org/officeDocument/2006/relationships/tableStyles" Target="tableStyles.xml"/><Relationship Id="rId30" Type="http://schemas.microsoft.com/office/2016/11/relationships/changesInfo" Target="changesInfos/changesInfo1.xml"/><Relationship Id="rId31" Type="http://schemas.microsoft.com/office/2015/10/relationships/revisionInfo" Target="revisionInfo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Guy Baseke" userId="4d81c492162fbd4e" providerId="LiveId" clId="{9B8AB72E-4E06-57D6-9EF2-F08899753D8C}"/>
    <pc:docChg chg="custSel addSld modSld">
      <pc:chgData name="Guy Baseke" userId="4d81c492162fbd4e" providerId="LiveId" clId="{9B8AB72E-4E06-57D6-9EF2-F08899753D8C}" dt="2026-04-22T02:16:32.146" v="26" actId="207"/>
      <pc:docMkLst>
        <pc:docMk/>
      </pc:docMkLst>
      <pc:sldChg chg="modSp new mod">
        <pc:chgData name="Guy Baseke" userId="4d81c492162fbd4e" providerId="LiveId" clId="{9B8AB72E-4E06-57D6-9EF2-F08899753D8C}" dt="2026-04-22T02:15:01.891" v="23" actId="207"/>
        <pc:sldMkLst>
          <pc:docMk/>
          <pc:sldMk cId="3081384673" sldId="277"/>
        </pc:sldMkLst>
        <pc:spChg chg="mod">
          <ac:chgData name="Guy Baseke" userId="4d81c492162fbd4e" providerId="LiveId" clId="{9B8AB72E-4E06-57D6-9EF2-F08899753D8C}" dt="2026-04-22T02:14:02.301" v="7" actId="20577"/>
          <ac:spMkLst>
            <pc:docMk/>
            <pc:sldMk cId="3081384673" sldId="277"/>
            <ac:spMk id="2" creationId="{6B95468A-4A98-DEE0-EC44-ED93037526E1}"/>
          </ac:spMkLst>
        </pc:spChg>
        <pc:spChg chg="mod">
          <ac:chgData name="Guy Baseke" userId="4d81c492162fbd4e" providerId="LiveId" clId="{9B8AB72E-4E06-57D6-9EF2-F08899753D8C}" dt="2026-04-22T02:15:01.891" v="23" actId="207"/>
          <ac:spMkLst>
            <pc:docMk/>
            <pc:sldMk cId="3081384673" sldId="277"/>
            <ac:spMk id="3" creationId="{20005732-45F4-A630-11F3-50955ED6C3C3}"/>
          </ac:spMkLst>
        </pc:spChg>
      </pc:sldChg>
      <pc:sldChg chg="modSp add mod">
        <pc:chgData name="Guy Baseke" userId="4d81c492162fbd4e" providerId="LiveId" clId="{9B8AB72E-4E06-57D6-9EF2-F08899753D8C}" dt="2026-04-22T02:16:32.146" v="26" actId="207"/>
        <pc:sldMkLst>
          <pc:docMk/>
          <pc:sldMk cId="3998903602" sldId="278"/>
        </pc:sldMkLst>
        <pc:spChg chg="mod">
          <ac:chgData name="Guy Baseke" userId="4d81c492162fbd4e" providerId="LiveId" clId="{9B8AB72E-4E06-57D6-9EF2-F08899753D8C}" dt="2026-04-22T02:16:32.146" v="26" actId="207"/>
          <ac:spMkLst>
            <pc:docMk/>
            <pc:sldMk cId="3998903602" sldId="278"/>
            <ac:spMk id="3" creationId="{6845FC07-FA32-1D58-7383-C56FF42651D7}"/>
          </ac:spMkLst>
        </pc:spChg>
      </pc:sldChg>
    </pc:docChg>
  </pc:docChgLst>
</pc:chgInfo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CA" dirty="0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F356B89E-8738-453B-B5F0-76095002A105}" type="datetimeFigureOut">
              <a:rPr lang="en-CA" smtClean="0"/>
              <a:t>2026-04-21</a:t>
            </a:fld>
            <a:endParaRPr lang="en-CA" dirty="0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CA" dirty="0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CA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CA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032CE963-1D38-443D-8845-15B6A1CFD6FD}" type="slidenum">
              <a:rPr lang="en-CA" smtClean="0"/>
              <a:t>‹#›</a:t>
            </a:fld>
            <a:endParaRPr lang="en-CA" dirty="0"/>
          </a:p>
        </p:txBody>
      </p:sp>
    </p:spTree>
    <p:extLst>
      <p:ext uri="{BB962C8B-B14F-4D97-AF65-F5344CB8AC3E}">
        <p14:creationId xmlns:p14="http://schemas.microsoft.com/office/powerpoint/2010/main" val="2322269134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2.svg"/><Relationship Id="rId3" Type="http://schemas.openxmlformats.org/officeDocument/2006/relationships/image" Target="../media/image3.png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4.svg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5.svg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6.png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1882AF0-944C-4D1C-BDE4-E55CE196CA6F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CA" dirty="0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09019D9B-8F0C-4452-9236-58653D3C529B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CA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F5A16F9-7F63-4603-AF84-09F6804142D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en-CA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3A85592-F1D9-42A7-B6F5-C39609D637B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CA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1B48FE3-A9C1-4086-A277-9AB4942BC17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557F56-3B83-48D0-B949-62A434334199}" type="slidenum">
              <a:rPr lang="en-CA" smtClean="0"/>
              <a:t>‹#›</a:t>
            </a:fld>
            <a:endParaRPr lang="en-CA" dirty="0"/>
          </a:p>
        </p:txBody>
      </p:sp>
    </p:spTree>
    <p:extLst>
      <p:ext uri="{BB962C8B-B14F-4D97-AF65-F5344CB8AC3E}">
        <p14:creationId xmlns:p14="http://schemas.microsoft.com/office/powerpoint/2010/main" val="3092523500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Quot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: Rounded Corners 1">
            <a:extLst>
              <a:ext uri="{FF2B5EF4-FFF2-40B4-BE49-F238E27FC236}">
                <a16:creationId xmlns:a16="http://schemas.microsoft.com/office/drawing/2014/main" id="{A47C5E49-6E32-42BB-95B2-30AD7BA149A4}"/>
              </a:ext>
            </a:extLst>
          </p:cNvPr>
          <p:cNvSpPr/>
          <p:nvPr userDrawn="1"/>
        </p:nvSpPr>
        <p:spPr>
          <a:xfrm>
            <a:off x="231057" y="5841572"/>
            <a:ext cx="1784555" cy="898844"/>
          </a:xfrm>
          <a:prstGeom prst="roundRect">
            <a:avLst/>
          </a:prstGeom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CA" dirty="0"/>
          </a:p>
        </p:txBody>
      </p:sp>
      <p:sp>
        <p:nvSpPr>
          <p:cNvPr id="11" name="Freeform: Shape 10">
            <a:extLst>
              <a:ext uri="{FF2B5EF4-FFF2-40B4-BE49-F238E27FC236}">
                <a16:creationId xmlns:a16="http://schemas.microsoft.com/office/drawing/2014/main" id="{7D91CC38-7E5C-4BBA-87A1-40C937E8B13D}"/>
              </a:ext>
            </a:extLst>
          </p:cNvPr>
          <p:cNvSpPr/>
          <p:nvPr userDrawn="1"/>
        </p:nvSpPr>
        <p:spPr>
          <a:xfrm>
            <a:off x="0" y="5844479"/>
            <a:ext cx="12192000" cy="982417"/>
          </a:xfrm>
          <a:custGeom>
            <a:avLst/>
            <a:gdLst>
              <a:gd name="connsiteX0" fmla="*/ 0 w 12192000"/>
              <a:gd name="connsiteY0" fmla="*/ 0 h 982417"/>
              <a:gd name="connsiteX1" fmla="*/ 338556 w 12192000"/>
              <a:gd name="connsiteY1" fmla="*/ 0 h 982417"/>
              <a:gd name="connsiteX2" fmla="*/ 334297 w 12192000"/>
              <a:gd name="connsiteY2" fmla="*/ 42244 h 982417"/>
              <a:gd name="connsiteX3" fmla="*/ 1000297 w 12192000"/>
              <a:gd name="connsiteY3" fmla="*/ 708244 h 982417"/>
              <a:gd name="connsiteX4" fmla="*/ 1666297 w 12192000"/>
              <a:gd name="connsiteY4" fmla="*/ 42244 h 982417"/>
              <a:gd name="connsiteX5" fmla="*/ 1662039 w 12192000"/>
              <a:gd name="connsiteY5" fmla="*/ 0 h 982417"/>
              <a:gd name="connsiteX6" fmla="*/ 12192000 w 12192000"/>
              <a:gd name="connsiteY6" fmla="*/ 0 h 982417"/>
              <a:gd name="connsiteX7" fmla="*/ 12192000 w 12192000"/>
              <a:gd name="connsiteY7" fmla="*/ 982417 h 982417"/>
              <a:gd name="connsiteX8" fmla="*/ 0 w 12192000"/>
              <a:gd name="connsiteY8" fmla="*/ 982417 h 98241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12192000" h="982417">
                <a:moveTo>
                  <a:pt x="0" y="0"/>
                </a:moveTo>
                <a:lnTo>
                  <a:pt x="338556" y="0"/>
                </a:lnTo>
                <a:lnTo>
                  <a:pt x="334297" y="42244"/>
                </a:lnTo>
                <a:cubicBezTo>
                  <a:pt x="334297" y="410066"/>
                  <a:pt x="632475" y="708244"/>
                  <a:pt x="1000297" y="708244"/>
                </a:cubicBezTo>
                <a:cubicBezTo>
                  <a:pt x="1368119" y="708244"/>
                  <a:pt x="1666297" y="410066"/>
                  <a:pt x="1666297" y="42244"/>
                </a:cubicBezTo>
                <a:lnTo>
                  <a:pt x="1662039" y="0"/>
                </a:lnTo>
                <a:lnTo>
                  <a:pt x="12192000" y="0"/>
                </a:lnTo>
                <a:lnTo>
                  <a:pt x="12192000" y="982417"/>
                </a:lnTo>
                <a:lnTo>
                  <a:pt x="0" y="982417"/>
                </a:lnTo>
                <a:close/>
              </a:path>
            </a:pathLst>
          </a:custGeom>
          <a:solidFill>
            <a:srgbClr val="261B1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CA" dirty="0"/>
          </a:p>
        </p:txBody>
      </p:sp>
      <p:pic>
        <p:nvPicPr>
          <p:cNvPr id="16" name="Graphic 15" descr="Open quotation mark outline">
            <a:extLst>
              <a:ext uri="{FF2B5EF4-FFF2-40B4-BE49-F238E27FC236}">
                <a16:creationId xmlns:a16="http://schemas.microsoft.com/office/drawing/2014/main" id="{4A0508B7-F94A-405F-A42B-E30BEB8EDA69}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5840361" y="-116368"/>
            <a:ext cx="914400" cy="914400"/>
          </a:xfrm>
          <a:prstGeom prst="rect">
            <a:avLst/>
          </a:prstGeom>
        </p:spPr>
      </p:pic>
      <p:sp>
        <p:nvSpPr>
          <p:cNvPr id="19" name="Partial Circle 18">
            <a:extLst>
              <a:ext uri="{FF2B5EF4-FFF2-40B4-BE49-F238E27FC236}">
                <a16:creationId xmlns:a16="http://schemas.microsoft.com/office/drawing/2014/main" id="{A5AFA295-5305-4D36-9FA1-AC399C3C2C80}"/>
              </a:ext>
            </a:extLst>
          </p:cNvPr>
          <p:cNvSpPr/>
          <p:nvPr userDrawn="1"/>
        </p:nvSpPr>
        <p:spPr>
          <a:xfrm>
            <a:off x="449430" y="5719896"/>
            <a:ext cx="1116000" cy="1116000"/>
          </a:xfrm>
          <a:prstGeom prst="pie">
            <a:avLst>
              <a:gd name="adj1" fmla="val 137177"/>
              <a:gd name="adj2" fmla="val 73541"/>
            </a:avLst>
          </a:prstGeom>
          <a:noFill/>
          <a:ln w="57150">
            <a:solidFill>
              <a:srgbClr val="D5A35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CA" dirty="0">
              <a:solidFill>
                <a:schemeClr val="tx1"/>
              </a:solidFill>
            </a:endParaRPr>
          </a:p>
        </p:txBody>
      </p:sp>
      <p:pic>
        <p:nvPicPr>
          <p:cNvPr id="7" name="Google Shape;32;p6">
            <a:extLst>
              <a:ext uri="{FF2B5EF4-FFF2-40B4-BE49-F238E27FC236}">
                <a16:creationId xmlns:a16="http://schemas.microsoft.com/office/drawing/2014/main" id="{278E9752-7F7D-4F0A-86BD-2648F74281B3}"/>
              </a:ext>
            </a:extLst>
          </p:cNvPr>
          <p:cNvPicPr preferRelativeResize="0"/>
          <p:nvPr userDrawn="1"/>
        </p:nvPicPr>
        <p:blipFill>
          <a:blip r:embed="rId3">
            <a:alphaModFix/>
          </a:blip>
          <a:stretch>
            <a:fillRect/>
          </a:stretch>
        </p:blipFill>
        <p:spPr>
          <a:xfrm flipH="1">
            <a:off x="477427" y="5737896"/>
            <a:ext cx="1080000" cy="1080000"/>
          </a:xfrm>
          <a:prstGeom prst="flowChartConnector">
            <a:avLst/>
          </a:prstGeom>
          <a:noFill/>
          <a:ln>
            <a:noFill/>
          </a:ln>
        </p:spPr>
      </p:pic>
      <p:sp>
        <p:nvSpPr>
          <p:cNvPr id="22" name="Text Placeholder 21">
            <a:extLst>
              <a:ext uri="{FF2B5EF4-FFF2-40B4-BE49-F238E27FC236}">
                <a16:creationId xmlns:a16="http://schemas.microsoft.com/office/drawing/2014/main" id="{36BA902B-E7FF-463B-9FC1-4F27175AB2C4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1781731" y="5954840"/>
            <a:ext cx="10179212" cy="785576"/>
          </a:xfrm>
        </p:spPr>
        <p:txBody>
          <a:bodyPr>
            <a:noAutofit/>
          </a:bodyPr>
          <a:lstStyle>
            <a:lvl1pPr marL="0" indent="0">
              <a:lnSpc>
                <a:spcPct val="100000"/>
              </a:lnSpc>
              <a:spcBef>
                <a:spcPts val="0"/>
              </a:spcBef>
              <a:buNone/>
              <a:defRPr sz="2400">
                <a:solidFill>
                  <a:schemeClr val="bg1"/>
                </a:solidFill>
              </a:defRPr>
            </a:lvl1pPr>
          </a:lstStyle>
          <a:p>
            <a:r>
              <a:rPr lang="en-US" dirty="0">
                <a:solidFill>
                  <a:srgbClr val="EBC57C"/>
                </a:solidFill>
              </a:rPr>
              <a:t>Sermon Title</a:t>
            </a:r>
          </a:p>
          <a:p>
            <a:r>
              <a:rPr lang="en-US" dirty="0">
                <a:solidFill>
                  <a:srgbClr val="EBC57C"/>
                </a:solidFill>
              </a:rPr>
              <a:t>Bro William Marrion Branham</a:t>
            </a:r>
            <a:endParaRPr lang="en-CA" dirty="0">
              <a:solidFill>
                <a:srgbClr val="EBC57C"/>
              </a:solidFill>
            </a:endParaRPr>
          </a:p>
        </p:txBody>
      </p:sp>
      <p:sp>
        <p:nvSpPr>
          <p:cNvPr id="9" name="Text Placeholder 8">
            <a:extLst>
              <a:ext uri="{FF2B5EF4-FFF2-40B4-BE49-F238E27FC236}">
                <a16:creationId xmlns:a16="http://schemas.microsoft.com/office/drawing/2014/main" id="{5D2C48AF-B122-BE64-90B9-18632B04F584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>
          <a:xfrm>
            <a:off x="875763" y="673100"/>
            <a:ext cx="10496282" cy="4960316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CA" dirty="0"/>
          </a:p>
        </p:txBody>
      </p:sp>
    </p:spTree>
    <p:extLst>
      <p:ext uri="{BB962C8B-B14F-4D97-AF65-F5344CB8AC3E}">
        <p14:creationId xmlns:p14="http://schemas.microsoft.com/office/powerpoint/2010/main" val="1336721875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criptur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Freeform: Shape 11">
            <a:extLst>
              <a:ext uri="{FF2B5EF4-FFF2-40B4-BE49-F238E27FC236}">
                <a16:creationId xmlns:a16="http://schemas.microsoft.com/office/drawing/2014/main" id="{F5B70D92-C8CE-4CB4-B69D-2D7E305E5930}"/>
              </a:ext>
            </a:extLst>
          </p:cNvPr>
          <p:cNvSpPr/>
          <p:nvPr userDrawn="1"/>
        </p:nvSpPr>
        <p:spPr>
          <a:xfrm>
            <a:off x="875763" y="188006"/>
            <a:ext cx="10502722" cy="770799"/>
          </a:xfrm>
          <a:custGeom>
            <a:avLst/>
            <a:gdLst>
              <a:gd name="connsiteX0" fmla="*/ 0 w 10392697"/>
              <a:gd name="connsiteY0" fmla="*/ 0 h 982417"/>
              <a:gd name="connsiteX1" fmla="*/ 10392697 w 10392697"/>
              <a:gd name="connsiteY1" fmla="*/ 0 h 982417"/>
              <a:gd name="connsiteX2" fmla="*/ 10392697 w 10392697"/>
              <a:gd name="connsiteY2" fmla="*/ 982417 h 982417"/>
              <a:gd name="connsiteX3" fmla="*/ 0 w 10392697"/>
              <a:gd name="connsiteY3" fmla="*/ 982417 h 98241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10392697" h="982417">
                <a:moveTo>
                  <a:pt x="0" y="0"/>
                </a:moveTo>
                <a:lnTo>
                  <a:pt x="10392697" y="0"/>
                </a:lnTo>
                <a:lnTo>
                  <a:pt x="10392697" y="982417"/>
                </a:lnTo>
                <a:lnTo>
                  <a:pt x="0" y="982417"/>
                </a:lnTo>
                <a:close/>
              </a:path>
            </a:pathLst>
          </a:custGeom>
          <a:solidFill>
            <a:srgbClr val="261B1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CA" dirty="0"/>
          </a:p>
        </p:txBody>
      </p:sp>
      <p:sp>
        <p:nvSpPr>
          <p:cNvPr id="22" name="Text Placeholder 21">
            <a:extLst>
              <a:ext uri="{FF2B5EF4-FFF2-40B4-BE49-F238E27FC236}">
                <a16:creationId xmlns:a16="http://schemas.microsoft.com/office/drawing/2014/main" id="{36BA902B-E7FF-463B-9FC1-4F27175AB2C4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1008845" y="296273"/>
            <a:ext cx="10174310" cy="554263"/>
          </a:xfrm>
        </p:spPr>
        <p:txBody>
          <a:bodyPr anchor="ctr">
            <a:noAutofit/>
          </a:bodyPr>
          <a:lstStyle>
            <a:lvl1pPr marL="0" indent="0">
              <a:lnSpc>
                <a:spcPct val="100000"/>
              </a:lnSpc>
              <a:spcBef>
                <a:spcPts val="0"/>
              </a:spcBef>
              <a:buNone/>
              <a:defRPr sz="5000" b="1">
                <a:solidFill>
                  <a:schemeClr val="accent2">
                    <a:lumMod val="60000"/>
                    <a:lumOff val="40000"/>
                  </a:schemeClr>
                </a:solidFill>
              </a:defRPr>
            </a:lvl1pPr>
          </a:lstStyle>
          <a:p>
            <a:r>
              <a:rPr lang="en-US" dirty="0">
                <a:solidFill>
                  <a:srgbClr val="EBC57C"/>
                </a:solidFill>
              </a:rPr>
              <a:t>Scripture</a:t>
            </a:r>
            <a:endParaRPr lang="en-CA" dirty="0">
              <a:solidFill>
                <a:srgbClr val="EBC57C"/>
              </a:solidFill>
            </a:endParaRPr>
          </a:p>
        </p:txBody>
      </p:sp>
      <p:pic>
        <p:nvPicPr>
          <p:cNvPr id="4" name="Graphic 3" descr="Open book outline">
            <a:extLst>
              <a:ext uri="{FF2B5EF4-FFF2-40B4-BE49-F238E27FC236}">
                <a16:creationId xmlns:a16="http://schemas.microsoft.com/office/drawing/2014/main" id="{8C103661-8C0E-4C48-879F-F71F24A0CD5B}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152883" y="298173"/>
            <a:ext cx="660632" cy="660632"/>
          </a:xfrm>
          <a:prstGeom prst="rect">
            <a:avLst/>
          </a:prstGeom>
        </p:spPr>
      </p:pic>
      <p:sp>
        <p:nvSpPr>
          <p:cNvPr id="10" name="Text Placeholder 9">
            <a:extLst>
              <a:ext uri="{FF2B5EF4-FFF2-40B4-BE49-F238E27FC236}">
                <a16:creationId xmlns:a16="http://schemas.microsoft.com/office/drawing/2014/main" id="{545E70D9-1CF0-A044-9524-1705FB8AC824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>
          <a:xfrm>
            <a:off x="875763" y="1143000"/>
            <a:ext cx="10496282" cy="5080000"/>
          </a:xfrm>
        </p:spPr>
        <p:txBody>
          <a:bodyPr>
            <a:normAutofit/>
          </a:bodyPr>
          <a:lstStyle>
            <a:lvl1pPr>
              <a:defRPr sz="4000"/>
            </a:lvl1pPr>
            <a:lvl2pPr>
              <a:defRPr sz="3600"/>
            </a:lvl2pPr>
            <a:lvl3pPr>
              <a:defRPr sz="3200"/>
            </a:lvl3pPr>
            <a:lvl4pPr>
              <a:defRPr sz="2800"/>
            </a:lvl4pPr>
            <a:lvl5pPr>
              <a:defRPr sz="24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CA" dirty="0"/>
          </a:p>
        </p:txBody>
      </p:sp>
    </p:spTree>
    <p:extLst>
      <p:ext uri="{BB962C8B-B14F-4D97-AF65-F5344CB8AC3E}">
        <p14:creationId xmlns:p14="http://schemas.microsoft.com/office/powerpoint/2010/main" val="2331836889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Note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Freeform: Shape 11">
            <a:extLst>
              <a:ext uri="{FF2B5EF4-FFF2-40B4-BE49-F238E27FC236}">
                <a16:creationId xmlns:a16="http://schemas.microsoft.com/office/drawing/2014/main" id="{F5B70D92-C8CE-4CB4-B69D-2D7E305E5930}"/>
              </a:ext>
            </a:extLst>
          </p:cNvPr>
          <p:cNvSpPr/>
          <p:nvPr userDrawn="1"/>
        </p:nvSpPr>
        <p:spPr>
          <a:xfrm>
            <a:off x="875763" y="167163"/>
            <a:ext cx="10483403" cy="770799"/>
          </a:xfrm>
          <a:custGeom>
            <a:avLst/>
            <a:gdLst>
              <a:gd name="connsiteX0" fmla="*/ 0 w 10392697"/>
              <a:gd name="connsiteY0" fmla="*/ 0 h 982417"/>
              <a:gd name="connsiteX1" fmla="*/ 10392697 w 10392697"/>
              <a:gd name="connsiteY1" fmla="*/ 0 h 982417"/>
              <a:gd name="connsiteX2" fmla="*/ 10392697 w 10392697"/>
              <a:gd name="connsiteY2" fmla="*/ 982417 h 982417"/>
              <a:gd name="connsiteX3" fmla="*/ 0 w 10392697"/>
              <a:gd name="connsiteY3" fmla="*/ 982417 h 98241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10392697" h="982417">
                <a:moveTo>
                  <a:pt x="0" y="0"/>
                </a:moveTo>
                <a:lnTo>
                  <a:pt x="10392697" y="0"/>
                </a:lnTo>
                <a:lnTo>
                  <a:pt x="10392697" y="982417"/>
                </a:lnTo>
                <a:lnTo>
                  <a:pt x="0" y="982417"/>
                </a:lnTo>
                <a:close/>
              </a:path>
            </a:pathLst>
          </a:custGeom>
          <a:solidFill>
            <a:srgbClr val="261B1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CA" dirty="0"/>
          </a:p>
        </p:txBody>
      </p:sp>
      <p:sp>
        <p:nvSpPr>
          <p:cNvPr id="22" name="Text Placeholder 21">
            <a:extLst>
              <a:ext uri="{FF2B5EF4-FFF2-40B4-BE49-F238E27FC236}">
                <a16:creationId xmlns:a16="http://schemas.microsoft.com/office/drawing/2014/main" id="{36BA902B-E7FF-463B-9FC1-4F27175AB2C4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1030310" y="275430"/>
            <a:ext cx="10174310" cy="554263"/>
          </a:xfrm>
        </p:spPr>
        <p:txBody>
          <a:bodyPr anchor="ctr">
            <a:noAutofit/>
          </a:bodyPr>
          <a:lstStyle>
            <a:lvl1pPr marL="0" indent="0">
              <a:lnSpc>
                <a:spcPct val="100000"/>
              </a:lnSpc>
              <a:spcBef>
                <a:spcPts val="0"/>
              </a:spcBef>
              <a:buNone/>
              <a:defRPr sz="5000" b="1">
                <a:solidFill>
                  <a:schemeClr val="accent2">
                    <a:lumMod val="60000"/>
                    <a:lumOff val="40000"/>
                  </a:schemeClr>
                </a:solidFill>
              </a:defRPr>
            </a:lvl1pPr>
          </a:lstStyle>
          <a:p>
            <a:r>
              <a:rPr lang="en-US" dirty="0">
                <a:solidFill>
                  <a:srgbClr val="EBC57C"/>
                </a:solidFill>
              </a:rPr>
              <a:t>Notes</a:t>
            </a:r>
            <a:endParaRPr lang="en-CA" dirty="0">
              <a:solidFill>
                <a:srgbClr val="EBC57C"/>
              </a:solidFill>
            </a:endParaRPr>
          </a:p>
        </p:txBody>
      </p:sp>
      <p:sp>
        <p:nvSpPr>
          <p:cNvPr id="10" name="Text Placeholder 9">
            <a:extLst>
              <a:ext uri="{FF2B5EF4-FFF2-40B4-BE49-F238E27FC236}">
                <a16:creationId xmlns:a16="http://schemas.microsoft.com/office/drawing/2014/main" id="{545E70D9-1CF0-A044-9524-1705FB8AC824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>
          <a:xfrm>
            <a:off x="875763" y="1143000"/>
            <a:ext cx="10483403" cy="5080000"/>
          </a:xfrm>
        </p:spPr>
        <p:txBody>
          <a:bodyPr>
            <a:normAutofit/>
          </a:bodyPr>
          <a:lstStyle>
            <a:lvl1pPr>
              <a:defRPr sz="4000"/>
            </a:lvl1pPr>
            <a:lvl2pPr>
              <a:defRPr sz="3600"/>
            </a:lvl2pPr>
            <a:lvl3pPr>
              <a:defRPr sz="3200"/>
            </a:lvl3pPr>
            <a:lvl4pPr>
              <a:defRPr sz="2800"/>
            </a:lvl4pPr>
            <a:lvl5pPr>
              <a:defRPr sz="24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CA" dirty="0"/>
          </a:p>
        </p:txBody>
      </p:sp>
      <p:pic>
        <p:nvPicPr>
          <p:cNvPr id="6" name="Graphic 5" descr="Scribble outline">
            <a:extLst>
              <a:ext uri="{FF2B5EF4-FFF2-40B4-BE49-F238E27FC236}">
                <a16:creationId xmlns:a16="http://schemas.microsoft.com/office/drawing/2014/main" id="{A42C7E05-8685-C0F0-359A-12C497C81A59}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110985" y="275430"/>
            <a:ext cx="610232" cy="61023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383777815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6" descr="Celestia-R1---OverlayContentHD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88825" cy="6856214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5801" y="609601"/>
            <a:ext cx="10467473" cy="713874"/>
          </a:xfrm>
        </p:spPr>
        <p:txBody>
          <a:bodyPr>
            <a:normAutofit/>
          </a:bodyPr>
          <a:lstStyle>
            <a:lvl1pPr>
              <a:defRPr sz="40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685801" y="1599308"/>
            <a:ext cx="10467473" cy="4981073"/>
          </a:xfrm>
        </p:spPr>
        <p:txBody>
          <a:bodyPr anchor="ctr"/>
          <a:lstStyle>
            <a:lvl1pPr marL="0" indent="0">
              <a:spcAft>
                <a:spcPts val="0"/>
              </a:spcAft>
              <a:buNone/>
              <a:defRPr sz="4000"/>
            </a:lvl1pPr>
            <a:lvl2pPr>
              <a:defRPr sz="3600"/>
            </a:lvl2pPr>
            <a:lvl3pPr marL="914400" indent="0">
              <a:buNone/>
              <a:defRPr/>
            </a:lvl3pPr>
            <a:lvl4pPr marL="1371600" indent="0">
              <a:buNone/>
              <a:defRPr/>
            </a:lvl4pPr>
            <a:lvl5pPr marL="1828800" indent="0">
              <a:buNone/>
              <a:defRPr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11342886" y="6202556"/>
            <a:ext cx="551167" cy="377825"/>
          </a:xfrm>
        </p:spPr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971337945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11342886" y="6202556"/>
            <a:ext cx="551167" cy="377825"/>
          </a:xfrm>
        </p:spPr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739809271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theme" Target="../theme/theme1.xml"/><Relationship Id="rId8" Type="http://schemas.openxmlformats.org/officeDocument/2006/relationships/image" Target="../media/image1.png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B1D92BB1-4891-4A80-8E2D-69C0EF20E12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CA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DE26B683-AFA6-4AB3-98B9-E9B690426656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CA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0E4E79B-F08B-4977-BF4E-763894338413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  <a:latin typeface="Sagona Book" panose="02020503050505020204" pitchFamily="18" charset="0"/>
              </a:defRPr>
            </a:lvl1pPr>
          </a:lstStyle>
          <a:p>
            <a:endParaRPr lang="en-CA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FBC0286-5E20-4B22-AF28-99C8EAB5FAC5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  <a:latin typeface="Sagona Book" panose="02020503050505020204" pitchFamily="18" charset="0"/>
              </a:defRPr>
            </a:lvl1pPr>
          </a:lstStyle>
          <a:p>
            <a:endParaRPr lang="en-CA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A7A3B59-CF00-446F-A806-7E66B8CA0023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400" b="1">
                <a:solidFill>
                  <a:schemeClr val="accent2">
                    <a:lumMod val="60000"/>
                    <a:lumOff val="40000"/>
                  </a:schemeClr>
                </a:solidFill>
                <a:latin typeface="Sagona Book" panose="02020503050505020204" pitchFamily="18" charset="0"/>
                <a:ea typeface="Tahoma" panose="020B0604030504040204" pitchFamily="34" charset="0"/>
                <a:cs typeface="Tahoma" panose="020B0604030504040204" pitchFamily="34" charset="0"/>
              </a:defRPr>
            </a:lvl1pPr>
          </a:lstStyle>
          <a:p>
            <a:fld id="{33557F56-3B83-48D0-B949-62A434334199}" type="slidenum">
              <a:rPr lang="en-CA" smtClean="0"/>
              <a:pPr/>
              <a:t>‹#›</a:t>
            </a:fld>
            <a:endParaRPr lang="en-CA" dirty="0"/>
          </a:p>
        </p:txBody>
      </p:sp>
      <p:pic>
        <p:nvPicPr>
          <p:cNvPr id="7" name="Google Shape;9;p1">
            <a:extLst>
              <a:ext uri="{FF2B5EF4-FFF2-40B4-BE49-F238E27FC236}">
                <a16:creationId xmlns:a16="http://schemas.microsoft.com/office/drawing/2014/main" id="{6D8217A4-3191-FB43-E668-19CCEE0FCCDA}"/>
              </a:ext>
            </a:extLst>
          </p:cNvPr>
          <p:cNvPicPr preferRelativeResize="0"/>
          <p:nvPr userDrawn="1"/>
        </p:nvPicPr>
        <p:blipFill>
          <a:blip r:embed="rId8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  <a:alphaModFix/>
          </a:blip>
          <a:stretch>
            <a:fillRect/>
          </a:stretch>
        </p:blipFill>
        <p:spPr>
          <a:xfrm>
            <a:off x="11595000" y="6356350"/>
            <a:ext cx="432000" cy="432000"/>
          </a:xfrm>
          <a:prstGeom prst="rect">
            <a:avLst/>
          </a:prstGeom>
          <a:noFill/>
          <a:ln>
            <a:noFill/>
          </a:ln>
        </p:spPr>
      </p:pic>
    </p:spTree>
    <p:extLst>
      <p:ext uri="{BB962C8B-B14F-4D97-AF65-F5344CB8AC3E}">
        <p14:creationId xmlns:p14="http://schemas.microsoft.com/office/powerpoint/2010/main" val="946953396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64" r:id="rId2"/>
    <p:sldLayoutId id="2147483663" r:id="rId3"/>
    <p:sldLayoutId id="2147483666" r:id="rId4"/>
    <p:sldLayoutId id="2147483667" r:id="rId5"/>
    <p:sldLayoutId id="2147483668" r:id="rId6"/>
  </p:sldLayoutIdLst>
  <p:hf hdr="0" ftr="0" dt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Sagona Book" panose="02020503050505020204" pitchFamily="18" charset="0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4000" kern="1200">
          <a:solidFill>
            <a:schemeClr val="tx1"/>
          </a:solidFill>
          <a:latin typeface="Sagona Book" panose="02020503050505020204" pitchFamily="18" charset="0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3600" kern="1200">
          <a:solidFill>
            <a:schemeClr val="tx1"/>
          </a:solidFill>
          <a:latin typeface="Sagona Book" panose="02020503050505020204" pitchFamily="18" charset="0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3200" kern="1200">
          <a:solidFill>
            <a:schemeClr val="tx1"/>
          </a:solidFill>
          <a:latin typeface="Sagona Book" panose="02020503050505020204" pitchFamily="18" charset="0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Sagona Book" panose="02020503050505020204" pitchFamily="18" charset="0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Sagona Book" panose="02020503050505020204" pitchFamily="18" charset="0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>
        <p15:guide id="1" orient="horz" pos="2160" userDrawn="1">
          <p15:clr>
            <a:srgbClr val="F26B43"/>
          </p15:clr>
        </p15:guide>
        <p15:guide id="2" pos="3840" userDrawn="1">
          <p15:clr>
            <a:srgbClr val="F26B43"/>
          </p15:clr>
        </p15:guide>
      </p15:sldGuideLst>
    </p:ext>
  </p:extLst>
</p:sldMaster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Presentation3" id="{68A8D578-1DD5-C34F-AA42-ED3EEC522F84}" vid="{526030E3-F4F7-9C41-A934-B800D212E2F2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Office Theme</Template>
  <TotalTime>62</TotalTime>
  <Words>751</Words>
  <Application>Microsoft Macintosh PowerPoint</Application>
  <PresentationFormat>Widescreen</PresentationFormat>
  <Paragraphs>97</Paragraphs>
  <Slides>23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23</vt:i4>
      </vt:variant>
    </vt:vector>
  </HeadingPairs>
  <TitlesOfParts>
    <vt:vector size="27" baseType="lpstr">
      <vt:lpstr>Arial</vt:lpstr>
      <vt:lpstr>Calibri</vt:lpstr>
      <vt:lpstr>Sagona Book</vt:lpstr>
      <vt:lpstr>Office Theme</vt:lpstr>
      <vt:lpstr>God’s solutions to burnout</vt:lpstr>
      <vt:lpstr>PowerPoint Presentation</vt:lpstr>
      <vt:lpstr>PowerPoint Presentation</vt:lpstr>
      <vt:lpstr>PowerPoint Presentation</vt:lpstr>
      <vt:lpstr>PowerPoint Presentation</vt:lpstr>
      <vt:lpstr>Why</vt:lpstr>
      <vt:lpstr>Settings</vt:lpstr>
      <vt:lpstr>Settings</vt:lpstr>
      <vt:lpstr>Settings</vt:lpstr>
      <vt:lpstr>Settings</vt:lpstr>
      <vt:lpstr>Vacation</vt:lpstr>
      <vt:lpstr>For self Employed</vt:lpstr>
      <vt:lpstr>Analysis</vt:lpstr>
      <vt:lpstr>The Plot</vt:lpstr>
      <vt:lpstr>Action</vt:lpstr>
      <vt:lpstr>Develop a plan to test solution</vt:lpstr>
      <vt:lpstr>outcome</vt:lpstr>
      <vt:lpstr>Implement</vt:lpstr>
      <vt:lpstr>Exhort</vt:lpstr>
      <vt:lpstr>Rebuke</vt:lpstr>
      <vt:lpstr>Deeper Look</vt:lpstr>
      <vt:lpstr>3 Elements</vt:lpstr>
      <vt:lpstr>Conclusion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Guy Baseke</dc:creator>
  <cp:lastModifiedBy>Guy Baseke</cp:lastModifiedBy>
  <cp:revision>1</cp:revision>
  <dcterms:created xsi:type="dcterms:W3CDTF">2026-04-22T00:49:37Z</dcterms:created>
  <dcterms:modified xsi:type="dcterms:W3CDTF">2026-04-22T02:16:42Z</dcterms:modified>
</cp:coreProperties>
</file>